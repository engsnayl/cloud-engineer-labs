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9080" y="777240"/>
            <a:ext cx="1005840" cy="1005840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248" y="97840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018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24688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65760" y="3246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— Incident Response &amp; Network Forensics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 Series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18872"/>
            <a:ext cx="585216" cy="585216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" y="2359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804672"/>
            <a:ext cx="8503920" cy="59436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Suspicious network activity on the application server. Unusual traffic on port 9999. Investigate and contain.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572768"/>
            <a:ext cx="2697480" cy="3246120"/>
          </a:xfrm>
          <a:prstGeom prst="rect">
            <a:avLst/>
          </a:prstGeom>
          <a:solidFill>
            <a:srgbClr val="1E2D3D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572768"/>
            <a:ext cx="26974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810512"/>
            <a:ext cx="658368" cy="6583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" y="256032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7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11480" y="29077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web server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1480" y="3310128"/>
            <a:ext cx="2514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HTTPServer on :8080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 — must stay up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0" y="1572768"/>
            <a:ext cx="2697480" cy="3246120"/>
          </a:xfrm>
          <a:prstGeom prst="rect">
            <a:avLst/>
          </a:prstGeom>
          <a:solidFill>
            <a:srgbClr val="1E2D3D"/>
          </a:solidFill>
          <a:ln w="12700">
            <a:solidFill>
              <a:srgbClr val="E05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0" y="1572768"/>
            <a:ext cx="2697480" cy="73152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810512"/>
            <a:ext cx="658368" cy="6583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91840" y="256032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8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291840" y="29077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exfiltration client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291840" y="3310128"/>
            <a:ext cx="2514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:9999 every 3s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'EXFIL DATA PACKET'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080760" y="1572768"/>
            <a:ext cx="2697480" cy="3246120"/>
          </a:xfrm>
          <a:prstGeom prst="rect">
            <a:avLst/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80760" y="1572768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810512"/>
            <a:ext cx="658368" cy="6583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72200" y="256032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9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172200" y="29077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listener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172200" y="3310128"/>
            <a:ext cx="2514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:9999, accepts forever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the exfiltrated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18872"/>
            <a:ext cx="585216" cy="585216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" y="2359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 of Incident Response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14400" y="914400"/>
            <a:ext cx="731520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0E8A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960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first. Act second.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14630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evidence before killing anything. A dead process cannot be observed.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68096" y="2468880"/>
            <a:ext cx="731520" cy="731520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74320" y="331012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74320" y="36758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to catch traffic in the act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901952" y="2834640"/>
            <a:ext cx="292608" cy="0"/>
          </a:xfrm>
          <a:prstGeom prst="line">
            <a:avLst/>
          </a:prstGeom>
          <a:noFill/>
          <a:ln w="19050">
            <a:solidFill>
              <a:srgbClr val="0E8A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87168" y="2468880"/>
            <a:ext cx="731520" cy="731520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87168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993392" y="331012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993392" y="36758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ss, lsof, ps to find the processes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21024" y="2834640"/>
            <a:ext cx="292608" cy="0"/>
          </a:xfrm>
          <a:prstGeom prst="line">
            <a:avLst/>
          </a:prstGeom>
          <a:noFill/>
          <a:ln w="19050">
            <a:solidFill>
              <a:srgbClr val="0E8A7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06240" y="2468880"/>
            <a:ext cx="731520" cy="731520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0624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712464" y="331012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712464" y="36758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sender and receiver both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340096" y="2834640"/>
            <a:ext cx="292608" cy="0"/>
          </a:xfrm>
          <a:prstGeom prst="line">
            <a:avLst/>
          </a:prstGeom>
          <a:noFill/>
          <a:ln w="19050">
            <a:solidFill>
              <a:srgbClr val="0E8A7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25312" y="2468880"/>
            <a:ext cx="731520" cy="731520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25312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431536" y="331012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31536" y="36758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legit service still up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059168" y="2834640"/>
            <a:ext cx="292608" cy="0"/>
          </a:xfrm>
          <a:prstGeom prst="line">
            <a:avLst/>
          </a:prstGeom>
          <a:noFill/>
          <a:ln w="19050">
            <a:solidFill>
              <a:srgbClr val="0E8A7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644384" y="2468880"/>
            <a:ext cx="731520" cy="731520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44384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7150608" y="331012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150608" y="36758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incident report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18872"/>
            <a:ext cx="585216" cy="585216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" y="2359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— Flag Breakdown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804672"/>
            <a:ext cx="8503920" cy="475488"/>
          </a:xfrm>
          <a:prstGeom prst="rect">
            <a:avLst/>
          </a:prstGeom>
          <a:solidFill>
            <a:srgbClr val="1E2D3D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0467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 -i lo  port 9999  -n  -A  -c 5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20040" y="1426464"/>
            <a:ext cx="1280160" cy="548640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42646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 lo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600200" y="1426464"/>
            <a:ext cx="100584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00200" y="142646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697480" y="148132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= loopback. Traffic between two local processes never touches eth0 — it travels on lo. Wrong interface = you see nothing.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2121408"/>
            <a:ext cx="12801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212140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9999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600200" y="2121408"/>
            <a:ext cx="100584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00200" y="212140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697480" y="2176272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capture packets involving port 9999. Without a filter you see all traffic — overwhelming on a busy server.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2816352"/>
            <a:ext cx="1280160" cy="548640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281635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600200" y="2816352"/>
            <a:ext cx="100584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00200" y="281635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DNS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697480" y="287121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resolve IPs to hostnames. Faster, and shows raw IPs — what you need for evidence and firewall rules.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0040" y="3511296"/>
            <a:ext cx="1280160" cy="54864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3511296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600200" y="3511296"/>
            <a:ext cx="100584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00200" y="351129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payload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697480" y="35661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packet content as readable text. This is how you see 'EXFIL DATA PACKET'. Without -A you only see headers.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0040" y="4206240"/>
            <a:ext cx="1280160" cy="548640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4206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 5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1600200" y="4206240"/>
            <a:ext cx="100584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00200" y="4206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697480" y="4261104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after 5 packets. Without this tcpdump runs until you Ctrl+C.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18872"/>
            <a:ext cx="585216" cy="585216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" y="2359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tcpdump Output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822960"/>
            <a:ext cx="8503920" cy="1170432"/>
          </a:xfrm>
          <a:prstGeom prst="rect">
            <a:avLst/>
          </a:prstGeom>
          <a:solidFill>
            <a:srgbClr val="1E2D3D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822960"/>
            <a:ext cx="8503920" cy="7315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3268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1–3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194560" y="9326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Handshake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325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→ SYN-ACK → ACK. Standard 3-way handshake before any data. Flags [S], [S.], [.]. Length 0 on all three — no payload yet. Completely normal TCP.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2139696"/>
            <a:ext cx="8503920" cy="1170432"/>
          </a:xfrm>
          <a:prstGeom prst="rect">
            <a:avLst/>
          </a:prstGeom>
          <a:solidFill>
            <a:srgbClr val="1E2D3D"/>
          </a:solidFill>
          <a:ln w="12700">
            <a:solidFill>
              <a:srgbClr val="E05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2139696"/>
            <a:ext cx="8503920" cy="73152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24942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4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194560" y="22494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— data!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264261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[P.] = PUSH, data follows. seq 1:18 = 17 bytes sent. -A reveals the ASCII payload: EXFIL DATA PACKET. This is your proof of exfiltration.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0040" y="3456432"/>
            <a:ext cx="8503920" cy="1170432"/>
          </a:xfrm>
          <a:prstGeom prst="rect">
            <a:avLst/>
          </a:prstGeom>
          <a:solidFill>
            <a:srgbClr val="1E2D3D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456432"/>
            <a:ext cx="850392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56616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194560" y="35661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— receipt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3959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acknowledges receipt. ack=18 means 'I received bytes 1-17, send byte 18 next'. Length 0 — no data back, just confirmation.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packets received by filter vs 5 captured — the other 11 were in-flight before tcpdump started. -c 5 only captured the last 5.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18872"/>
            <a:ext cx="585216" cy="585216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" y="2359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Processes — ss and lsof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804672"/>
            <a:ext cx="4114800" cy="1965960"/>
          </a:xfrm>
          <a:prstGeom prst="rect">
            <a:avLst/>
          </a:prstGeom>
          <a:solidFill>
            <a:srgbClr val="1E2D3D"/>
          </a:solidFill>
          <a:ln w="12700">
            <a:solidFill>
              <a:srgbClr val="0E8A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8778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-tulpn | grep 9999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3749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sockets
</a:t>
            </a:r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sockets (belt and braces)
</a:t>
            </a:r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ports
</a:t>
            </a:r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owning process
</a:t>
            </a:r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— no DNS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2880360"/>
            <a:ext cx="41148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91693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catch: ss is a snapshot. The rogue client connects for ~50ms then drops. ss only saw the persistent listener (PID 9) — the client was between cycles. Use ps aux to catch fast-cycling processes.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804672"/>
            <a:ext cx="4114800" cy="1965960"/>
          </a:xfrm>
          <a:prstGeom prst="rect">
            <a:avLst/>
          </a:prstGeom>
          <a:solidFill>
            <a:srgbClr val="1E2D3D"/>
          </a:solidFill>
          <a:ln w="12700">
            <a:solidFill>
              <a:srgbClr val="0E8A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8778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lsof -i :9999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1280160"/>
            <a:ext cx="3749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lsof    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open files — sockets are files
</a:t>
            </a:r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 :9999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port 9999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syntax:
</a:t>
            </a:r>
            <a:pPr indent="0" marL="0">
              <a:buNone/>
            </a:pPr>
            <a:r>
              <a:rPr lang="en-US" sz="1200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lsof -i: 9999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 (space after colon)
</a:t>
            </a:r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lsof -i :9999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2880360"/>
            <a:ext cx="41148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291693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ps output: ps -eo pid,stat,cmd | grep python  — drops CPU/memory noise, shows only what you need.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3749040"/>
            <a:ext cx="8503920" cy="4572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shows who's connected now  |  lsof shows who owns the socket  |  ps aux shows everything regardless of connection state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18872"/>
            <a:ext cx="585216" cy="585216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" y="2359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ps aux Revealed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822960"/>
            <a:ext cx="8503920" cy="1207008"/>
          </a:xfrm>
          <a:prstGeom prst="rect">
            <a:avLst/>
          </a:prstGeom>
          <a:solidFill>
            <a:srgbClr val="1E2D3D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822960"/>
            <a:ext cx="85039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896112"/>
            <a:ext cx="914400" cy="11338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896112"/>
            <a:ext cx="9144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7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95097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— do not touch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0" y="95097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8080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71600" y="1353312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HTTPServer responding to GET with 'OK'. Killing this causes an outage. Always verify it's running before and after your incident response.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2212848"/>
            <a:ext cx="8503920" cy="1207008"/>
          </a:xfrm>
          <a:prstGeom prst="rect">
            <a:avLst/>
          </a:prstGeom>
          <a:solidFill>
            <a:srgbClr val="1E2D3D"/>
          </a:solidFill>
          <a:ln w="12700">
            <a:solidFill>
              <a:srgbClr val="E05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212848"/>
            <a:ext cx="8503920" cy="73152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2286000"/>
            <a:ext cx="914400" cy="1133856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286000"/>
            <a:ext cx="9144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8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71600" y="234086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CLIENT — kill first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17920" y="234086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Sends to :9999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371600" y="2743200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try/except: pass is attacker tradecraft — silently ignores errors and retries. Never crashes, never logs. time.sleep(3) sets the 3-second exfil cycle.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3602736"/>
            <a:ext cx="8503920" cy="1207008"/>
          </a:xfrm>
          <a:prstGeom prst="rect">
            <a:avLst/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" y="3602736"/>
            <a:ext cx="8503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0040" y="3675888"/>
            <a:ext cx="914400" cy="11338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3675888"/>
            <a:ext cx="9144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9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71600" y="373075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LISTENER — kill second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217920" y="37307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Binds :9999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371600" y="413308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SO_REUSEADDR lets the process rebind port 9999 immediately on restart — not written by accident. recv(1024) reads up to 1KB per connection.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18872"/>
            <a:ext cx="585216" cy="585216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" y="2359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Kill Sequence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822960"/>
            <a:ext cx="8503920" cy="896112"/>
          </a:xfrm>
          <a:prstGeom prst="rect">
            <a:avLst/>
          </a:prstGeom>
          <a:solidFill>
            <a:srgbClr val="1E2D3D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822960"/>
            <a:ext cx="822960" cy="8961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82296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34440" y="896112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http://localhost:8080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2801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port 8080 returns 'OK' before touching anything. If it's already broken, you need to know that wasn't you.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1847088"/>
            <a:ext cx="8503920" cy="896112"/>
          </a:xfrm>
          <a:prstGeom prst="rect">
            <a:avLst/>
          </a:prstGeom>
          <a:solidFill>
            <a:srgbClr val="1E2D3D"/>
          </a:solidFill>
          <a:ln w="12700">
            <a:solidFill>
              <a:srgbClr val="E05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847088"/>
            <a:ext cx="822960" cy="896112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847088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34440" y="192024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pkill -f 'EXFIL'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34440" y="230428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pkill -f matches the full command line. Kills PID 8 — the sender. Stops new data being transmitted immediately.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0040" y="2871216"/>
            <a:ext cx="8503920" cy="896112"/>
          </a:xfrm>
          <a:prstGeom prst="rect">
            <a:avLst/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2871216"/>
            <a:ext cx="822960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2871216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34440" y="2944368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$(lsof -i :9999 -t)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34440" y="3328416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lsof -t outputs PIDs only. $(...) passes them directly to kill. More surgical than pkill when you have the exact socket.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3895344"/>
            <a:ext cx="8503920" cy="896112"/>
          </a:xfrm>
          <a:prstGeom prst="rect">
            <a:avLst/>
          </a:prstGeom>
          <a:solidFill>
            <a:srgbClr val="1E2D3D"/>
          </a:solidFill>
          <a:ln w="12700">
            <a:solidFill>
              <a:srgbClr val="0E8A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3895344"/>
            <a:ext cx="822960" cy="896112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3895344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34440" y="3968496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-tlnp | grep 9999  &amp;&amp;  pgrep -f EXFIL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234440" y="4352544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should return empty. Don't assume pkill worked — always verify. Then re-run curl to confirm :8080 is still up.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18872"/>
            <a:ext cx="585216" cy="585216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" y="2359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Tradecraft — What the Code Told Us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841248"/>
            <a:ext cx="8503920" cy="896112"/>
          </a:xfrm>
          <a:prstGeom prst="rect">
            <a:avLst/>
          </a:prstGeom>
          <a:solidFill>
            <a:srgbClr val="1E2D3D"/>
          </a:solidFill>
          <a:ln w="12700">
            <a:solidFill>
              <a:srgbClr val="E05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841248"/>
            <a:ext cx="73152" cy="896112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9326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try/except: pass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0" y="93268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 by design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33502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swallows all errors and retries every 3 seconds. It will never crash, never log, never produce output. Invisible by design.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1865376"/>
            <a:ext cx="8503920" cy="896112"/>
          </a:xfrm>
          <a:prstGeom prst="rect">
            <a:avLst/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865376"/>
            <a:ext cx="73152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9568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SO_REUSEADDR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00400" y="1956816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rebind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235915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listener reclaim port 9999 immediately on restart, bypassing the OS timeout. Not a default — deliberately written for persistence.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0040" y="2889504"/>
            <a:ext cx="8503920" cy="896112"/>
          </a:xfrm>
          <a:prstGeom prst="rect">
            <a:avLst/>
          </a:prstGeom>
          <a:solidFill>
            <a:srgbClr val="1E2D3D"/>
          </a:solidFill>
          <a:ln w="12700">
            <a:solidFill>
              <a:srgbClr val="0E8A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2889504"/>
            <a:ext cx="73152" cy="896112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29809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recv(1024) only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00400" y="2980944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collection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" y="33832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listener doesn't process what it receives — it accepts, reads up to 1KB, closes. Simple, minimal footprint, hard to fingerprint.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3913632"/>
            <a:ext cx="8503920" cy="896112"/>
          </a:xfrm>
          <a:prstGeom prst="rect">
            <a:avLst/>
          </a:prstGeom>
          <a:solidFill>
            <a:srgbClr val="1E2D3D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3913632"/>
            <a:ext cx="73152" cy="8961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0050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PIDs 7, 8, 9 all started at 07:03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200400" y="400507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together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" y="44074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processes share the same start time. The legitimate web server is cover — the attacker planted all three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18872"/>
            <a:ext cx="585216" cy="585216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" y="2359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World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777240"/>
            <a:ext cx="1554480" cy="347472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65960" y="777240"/>
            <a:ext cx="3291840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40680" y="777240"/>
            <a:ext cx="3383280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777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965960" y="7772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40680" y="777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" y="1188720"/>
            <a:ext cx="155448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65960" y="1188720"/>
            <a:ext cx="329184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40680" y="1188720"/>
            <a:ext cx="338328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118872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011680" y="118872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 lo (loopback, local traffic only)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0" y="118872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 eth0 or -i any — catches traffic to external attacker servers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" y="1938528"/>
            <a:ext cx="1554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965960" y="1938528"/>
            <a:ext cx="32918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40680" y="1938528"/>
            <a:ext cx="33832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193852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evidence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011680" y="193852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only — not preserved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0" y="193852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-w capture.pcap — standard PCAP, open in Wireshark, chain of custody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2688336"/>
            <a:ext cx="155448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965960" y="2688336"/>
            <a:ext cx="329184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40680" y="2688336"/>
            <a:ext cx="338328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2688336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011680" y="268833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pkill is sufficient for this lab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86400" y="268833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cron, systemd, rc.local — killing the process may not be enough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20040" y="3438144"/>
            <a:ext cx="1554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965960" y="3438144"/>
            <a:ext cx="32918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40680" y="3438144"/>
            <a:ext cx="33832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5760" y="3438144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011680" y="343814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is the only visibility tool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486400" y="343814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Zeek, Suricata, VPC Flow Logs, GuardDuty — tcpdump is tactical, not continuous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20040" y="4187952"/>
            <a:ext cx="155448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965960" y="4187952"/>
            <a:ext cx="329184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440680" y="4187952"/>
            <a:ext cx="338328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41879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scope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2011680" y="418795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text file and move on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486400" y="418795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IR: contain → eradicate → recover → lessons learned. May involve legal.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" y="118872"/>
            <a:ext cx="585216" cy="585216"/>
          </a:xfrm>
          <a:prstGeom prst="ellipse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" y="2359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" y="822960"/>
            <a:ext cx="4251960" cy="987552"/>
          </a:xfrm>
          <a:prstGeom prst="rect">
            <a:avLst/>
          </a:prstGeom>
          <a:solidFill>
            <a:srgbClr val="1E2D3D"/>
          </a:solidFill>
          <a:ln w="12700">
            <a:solidFill>
              <a:srgbClr val="0E8A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4984" y="91440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before you act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14984" y="12801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traffic first. Once a process is killed you lose the ability to observe it — and you've destroyed evidence.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0040" y="1938528"/>
            <a:ext cx="4251960" cy="987552"/>
          </a:xfrm>
          <a:prstGeom prst="rect">
            <a:avLst/>
          </a:prstGeom>
          <a:solidFill>
            <a:srgbClr val="1E2D3D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6712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14984" y="202996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 flag reads the payload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014984" y="239572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-A you see headers only. With it you can read the actual data in transit — the difference between suspicion and proof.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20040" y="3054096"/>
            <a:ext cx="4251960" cy="987552"/>
          </a:xfrm>
          <a:prstGeom prst="rect">
            <a:avLst/>
          </a:prstGeom>
          <a:solidFill>
            <a:srgbClr val="1E2D3D"/>
          </a:solidFill>
          <a:ln w="12700">
            <a:solidFill>
              <a:srgbClr val="E05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82696"/>
            <a:ext cx="420624" cy="4206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14984" y="314553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both ends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014984" y="351129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and receiver are both attack infrastructure. Remove one, the other remains — it may reconnect or be reused.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800600" y="822960"/>
            <a:ext cx="4251960" cy="987552"/>
          </a:xfrm>
          <a:prstGeom prst="rect">
            <a:avLst/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051560"/>
            <a:ext cx="420624" cy="4206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95544" y="91440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is a snapshot — ps aux catches all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495544" y="12801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fast-cycling client is invisible to ss between connections. ps aux shows every process regardless of socket state.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800600" y="1938528"/>
            <a:ext cx="4251960" cy="987552"/>
          </a:xfrm>
          <a:prstGeom prst="rect">
            <a:avLst/>
          </a:prstGeom>
          <a:solidFill>
            <a:srgbClr val="1E2D3D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167128"/>
            <a:ext cx="420624" cy="42062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495544" y="202996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is non-negotiable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5495544" y="239572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 report is not optional. Without it the org cannot audit, learn from, or prove what happened.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320040" y="449884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018 — Packet Capture (tcpdump)  |  Cloud Engineer Lab Series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018 — Packet Capture (tcpdump)</dc:title>
  <dc:subject>PptxGenJS Presentation</dc:subject>
  <dc:creator>PptxGenJS</dc:creator>
  <cp:lastModifiedBy>PptxGenJS</cp:lastModifiedBy>
  <cp:revision>1</cp:revision>
  <dcterms:created xsi:type="dcterms:W3CDTF">2026-03-30T09:04:15Z</dcterms:created>
  <dcterms:modified xsi:type="dcterms:W3CDTF">2026-03-30T09:04:15Z</dcterms:modified>
</cp:coreProperties>
</file>