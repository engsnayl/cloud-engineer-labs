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6217920" y="640080"/>
            <a:ext cx="2560320" cy="25603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11480" y="502920"/>
            <a:ext cx="1463040" cy="384048"/>
          </a:xfrm>
          <a:prstGeom prst="rect">
            <a:avLst>
              <a:gd name="adj" fmla="val 14286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11480" y="5029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LAB 011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11480" y="109728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 Mount Failed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411480" y="21488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C5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Diagnosing a missing data volume and fixing /etc/fstab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11480" y="4297680"/>
            <a:ext cx="1920240" cy="347472"/>
          </a:xfrm>
          <a:prstGeom prst="rect">
            <a:avLst>
              <a:gd name="adj" fmla="val 21053"/>
            </a:avLst>
          </a:prstGeom>
          <a:solidFill>
            <a:srgbClr val="0B7A84"/>
          </a:solidFill>
          <a:ln w="12700">
            <a:solidFill>
              <a:srgbClr val="0B7A8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42976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Linux Storage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606040" y="4297680"/>
            <a:ext cx="1920240" cy="347472"/>
          </a:xfrm>
          <a:prstGeom prst="rect">
            <a:avLst>
              <a:gd name="adj" fmla="val 21053"/>
            </a:avLst>
          </a:prstGeom>
          <a:solidFill>
            <a:srgbClr val="0B7A84"/>
          </a:solidFill>
          <a:ln w="12700">
            <a:solidFill>
              <a:srgbClr val="0B7A8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606040" y="42976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Mount Points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800600" y="4297680"/>
            <a:ext cx="1920240" cy="347472"/>
          </a:xfrm>
          <a:prstGeom prst="rect">
            <a:avLst>
              <a:gd name="adj" fmla="val 21053"/>
            </a:avLst>
          </a:prstGeom>
          <a:solidFill>
            <a:srgbClr val="0B7A84"/>
          </a:solidFill>
          <a:ln w="12700">
            <a:solidFill>
              <a:srgbClr val="0B7A8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00600" y="42976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/etc/fstab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TLDR — What's Going On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228600"/>
            <a:ext cx="1280160" cy="1280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1005840"/>
            <a:ext cx="8321040" cy="1508760"/>
          </a:xfrm>
          <a:prstGeom prst="rect">
            <a:avLst>
              <a:gd name="adj" fmla="val 6061"/>
            </a:avLst>
          </a:prstGeom>
          <a:solidFill>
            <a:srgbClr val="112233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94360" y="1508760"/>
            <a:ext cx="502920" cy="50292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280160" y="11887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mounted to /data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80160" y="160020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C5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filesystem image file exists but hasn't been attached to the /data directory. The data isn't gone — it's just not connected.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11480" y="2697480"/>
            <a:ext cx="8321040" cy="1508760"/>
          </a:xfrm>
          <a:prstGeom prst="rect">
            <a:avLst>
              <a:gd name="adj" fmla="val 6061"/>
            </a:avLst>
          </a:prstGeom>
          <a:solidFill>
            <a:srgbClr val="112233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4360" y="3200400"/>
            <a:ext cx="502920" cy="50292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280160" y="28803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/etc/fstab points to a device that doesn't exist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280160" y="329184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C5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fstab says /dev/sdb1 should mount at /data, but /dev/sdb1 doesn't exist on this machine. The mount fails silently every time the server boots.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11480" y="4526280"/>
            <a:ext cx="8321040" cy="384048"/>
          </a:xfrm>
          <a:prstGeom prst="rect">
            <a:avLst>
              <a:gd name="adj" fmla="val 14286"/>
            </a:avLst>
          </a:prstGeom>
          <a:solidFill>
            <a:srgbClr val="0B7A84"/>
          </a:solidFill>
          <a:ln w="12700">
            <a:solidFill>
              <a:srgbClr val="0B7A8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1480" y="452628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Fix: find the image file → mount manually → verify data → update fstab → test with mount -a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Idiot's Guide to Data Volumes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3931920" cy="3566160"/>
          </a:xfrm>
          <a:prstGeom prst="rect">
            <a:avLst>
              <a:gd name="adj" fmla="val 2564"/>
            </a:avLst>
          </a:prstGeom>
          <a:solidFill>
            <a:srgbClr val="112233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058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AA7"/>
                </a:solidFill>
              </a:rPr>
              <a:t>What is it?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4630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 dedicated, separate place to store data — independent from the main OS disk.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4360" y="21488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The OS lives on the root disk (/). Your app data lives on the volume (/data).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4360" y="28346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The database doesn't know it's separate — it just sees a folder. The separation is underneath.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4360" y="35204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Think of it like a second hard drive plugged into your PC just for documents.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3977640" cy="3566160"/>
          </a:xfrm>
          <a:prstGeom prst="rect">
            <a:avLst>
              <a:gd name="adj" fmla="val 2564"/>
            </a:avLst>
          </a:prstGeom>
          <a:solidFill>
            <a:srgbClr val="112233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0058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AA7"/>
                </a:solidFill>
              </a:rPr>
              <a:t>Why separate?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92040" y="1444752"/>
            <a:ext cx="3657600" cy="621792"/>
          </a:xfrm>
          <a:prstGeom prst="rect">
            <a:avLst>
              <a:gd name="adj" fmla="val 8824"/>
            </a:avLst>
          </a:prstGeom>
          <a:solidFill>
            <a:srgbClr val="1A3A4A"/>
          </a:solidFill>
          <a:ln w="12700">
            <a:solidFill>
              <a:srgbClr val="0B7A8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4813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OS disk fills up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983480" y="17373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5CA"/>
                </a:solidFill>
              </a:rPr>
              <a:t>Database crashes — but only if they share a disk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92040" y="2176272"/>
            <a:ext cx="3657600" cy="621792"/>
          </a:xfrm>
          <a:prstGeom prst="rect">
            <a:avLst>
              <a:gd name="adj" fmla="val 8824"/>
            </a:avLst>
          </a:prstGeom>
          <a:solidFill>
            <a:srgbClr val="1A3A4A"/>
          </a:solidFill>
          <a:ln w="12700">
            <a:solidFill>
              <a:srgbClr val="0B7A8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22128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Rebuild the server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983480" y="24688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5CA"/>
                </a:solidFill>
              </a:rPr>
              <a:t>Data volume stays untouched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92040" y="2907792"/>
            <a:ext cx="3657600" cy="621792"/>
          </a:xfrm>
          <a:prstGeom prst="rect">
            <a:avLst>
              <a:gd name="adj" fmla="val 8824"/>
            </a:avLst>
          </a:prstGeom>
          <a:solidFill>
            <a:srgbClr val="1A3A4A"/>
          </a:solidFill>
          <a:ln w="12700">
            <a:solidFill>
              <a:srgbClr val="0B7A8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29443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Need more space?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983480" y="32004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5CA"/>
                </a:solidFill>
              </a:rPr>
              <a:t>Resize or swap the volume independently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92040" y="3639312"/>
            <a:ext cx="3657600" cy="621792"/>
          </a:xfrm>
          <a:prstGeom prst="rect">
            <a:avLst>
              <a:gd name="adj" fmla="val 8824"/>
            </a:avLst>
          </a:prstGeom>
          <a:solidFill>
            <a:srgbClr val="1A3A4A"/>
          </a:solidFill>
          <a:ln w="12700">
            <a:solidFill>
              <a:srgbClr val="0B7A8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36758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Multiple servers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983480" y="39319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5CA"/>
                </a:solidFill>
              </a:rPr>
              <a:t>All read from the same shared volume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1480" y="4617720"/>
            <a:ext cx="8321040" cy="347472"/>
          </a:xfrm>
          <a:prstGeom prst="rect">
            <a:avLst>
              <a:gd name="adj" fmla="val 15789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61772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B2A"/>
                </a:solidFill>
              </a:rPr>
              <a:t>⚠  The database LIVES on the volume — it doesn't back up TO it. Backups are a separate concern.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Mount Point?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8321040" cy="1371600"/>
          </a:xfrm>
          <a:prstGeom prst="rect">
            <a:avLst>
              <a:gd name="adj" fmla="val 6667"/>
            </a:avLst>
          </a:prstGeom>
          <a:solidFill>
            <a:srgbClr val="112233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875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AA7"/>
                </a:solidFill>
              </a:rPr>
              <a:t>The USB Drive Analogy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32588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laptop has a USB port. The port exists whether or not a drive is plugged in. When you plug in a drive it appears at /media/usb. When you unplug it, /media/usb is empty again — but the files are still on the drive. A Linux mount point works exactly the same way.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2468880"/>
            <a:ext cx="2606040" cy="2331720"/>
          </a:xfrm>
          <a:prstGeom prst="rect">
            <a:avLst>
              <a:gd name="adj" fmla="val 3922"/>
            </a:avLst>
          </a:prstGeom>
          <a:solidFill>
            <a:srgbClr val="1A2A1A"/>
          </a:solidFill>
          <a:ln w="12700">
            <a:solidFill>
              <a:srgbClr val="A8C5C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9888" y="2578608"/>
            <a:ext cx="658368" cy="6583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84632" y="329184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point exists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mounted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84632" y="3785616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C5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an empty directory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8C5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root filesystem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00400" y="2468880"/>
            <a:ext cx="2606040" cy="2331720"/>
          </a:xfrm>
          <a:prstGeom prst="rect">
            <a:avLst>
              <a:gd name="adj" fmla="val 3922"/>
            </a:avLst>
          </a:prstGeom>
          <a:solidFill>
            <a:srgbClr val="1A1A2A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808" y="2578608"/>
            <a:ext cx="658368" cy="6583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73552" y="329184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 image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on disk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273552" y="3785616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C5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safe inside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8C5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/opt/fake-volume.img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989320" y="2468880"/>
            <a:ext cx="2606040" cy="2331720"/>
          </a:xfrm>
          <a:prstGeom prst="rect">
            <a:avLst>
              <a:gd name="adj" fmla="val 3922"/>
            </a:avLst>
          </a:prstGeom>
          <a:solidFill>
            <a:srgbClr val="0A2A2A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28" y="2578608"/>
            <a:ext cx="658368" cy="6583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62472" y="329184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mount -o loop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062472" y="3785616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C5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now visible at /data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8C5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accessible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971800" y="3547872"/>
            <a:ext cx="228600" cy="54864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760720" y="3547872"/>
            <a:ext cx="228600" cy="54864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/etc/fstab?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5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filesystem table — tells Linux what to mount automatically on boot, where, and with what options.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8321040" cy="475488"/>
          </a:xfrm>
          <a:prstGeom prst="rect">
            <a:avLst>
              <a:gd name="adj" fmla="val 11538"/>
            </a:avLst>
          </a:prstGeom>
          <a:solidFill>
            <a:srgbClr val="0A1520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6187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/dev/sdb1    /data    ext4    defaults    0    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874520"/>
            <a:ext cx="8321040" cy="457200"/>
          </a:xfrm>
          <a:prstGeom prst="rect">
            <a:avLst/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874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9AA7"/>
                </a:solidFill>
              </a:rPr>
              <a:t>Device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920240" y="1874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/dev/sdb1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0" y="1874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6"/>
                </a:solidFill>
              </a:rPr>
              <a:t>What to mount — a block device, image file, or UUID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350008"/>
            <a:ext cx="8321040" cy="457200"/>
          </a:xfrm>
          <a:prstGeom prst="rect">
            <a:avLst/>
          </a:prstGeom>
          <a:solidFill>
            <a:srgbClr val="0A1825"/>
          </a:solidFill>
          <a:ln w="12700">
            <a:solidFill>
              <a:srgbClr val="0A182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3500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9AA7"/>
                </a:solidFill>
              </a:rPr>
              <a:t>Mount point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920240" y="23500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/data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57600" y="235000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6"/>
                </a:solidFill>
              </a:rPr>
              <a:t>Where in the filesystem tree to attach it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2825496"/>
            <a:ext cx="8321040" cy="457200"/>
          </a:xfrm>
          <a:prstGeom prst="rect">
            <a:avLst/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82549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9AA7"/>
                </a:solidFill>
              </a:rPr>
              <a:t>Type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920240" y="282549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ext4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657600" y="282549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6"/>
                </a:solidFill>
              </a:rPr>
              <a:t>The filesystem format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3300984"/>
            <a:ext cx="8321040" cy="457200"/>
          </a:xfrm>
          <a:prstGeom prst="rect">
            <a:avLst/>
          </a:prstGeom>
          <a:solidFill>
            <a:srgbClr val="0A1825"/>
          </a:solidFill>
          <a:ln w="12700">
            <a:solidFill>
              <a:srgbClr val="0A182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30098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9AA7"/>
                </a:solidFill>
              </a:rPr>
              <a:t>Options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920240" y="330098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657600" y="330098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6"/>
                </a:solidFill>
              </a:rPr>
              <a:t>Mount behaviour — add 'loop' for file-based mounts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3776472"/>
            <a:ext cx="8321040" cy="457200"/>
          </a:xfrm>
          <a:prstGeom prst="rect">
            <a:avLst/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7764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9AA7"/>
                </a:solidFill>
              </a:rPr>
              <a:t>Dump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920240" y="377647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657600" y="377647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6"/>
                </a:solidFill>
              </a:rPr>
              <a:t>Whether dump utility should back this up (rarely used)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1480" y="4251960"/>
            <a:ext cx="8321040" cy="457200"/>
          </a:xfrm>
          <a:prstGeom prst="rect">
            <a:avLst/>
          </a:prstGeom>
          <a:solidFill>
            <a:srgbClr val="0A1825"/>
          </a:solidFill>
          <a:ln w="12700">
            <a:solidFill>
              <a:srgbClr val="0A182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251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9AA7"/>
                </a:solidFill>
              </a:rPr>
              <a:t>Pass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920240" y="4251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657600" y="4251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6"/>
                </a:solidFill>
              </a:rPr>
              <a:t>fsck check order on boot: 0=skip, 1=root, 2=after root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11480" y="4709160"/>
            <a:ext cx="8321040" cy="320040"/>
          </a:xfrm>
          <a:prstGeom prst="rect">
            <a:avLst>
              <a:gd name="adj" fmla="val 17143"/>
            </a:avLst>
          </a:prstGeom>
          <a:solidFill>
            <a:srgbClr val="0B7A84"/>
          </a:solidFill>
          <a:ln w="12700">
            <a:solidFill>
              <a:srgbClr val="0B7A8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47091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Wrong fstab entry = mount fails silently on boot.  Always test with: mount -a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Devices — Mounting Files as Filesystems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8321040" cy="1005840"/>
          </a:xfrm>
          <a:prstGeom prst="rect">
            <a:avLst>
              <a:gd name="adj" fmla="val 9091"/>
            </a:avLst>
          </a:prstGeom>
          <a:solidFill>
            <a:srgbClr val="112233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32688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Normally mount expects a real block device (/dev/sdb1). A loop device is a virtual block device that maps to a regular file. Linux creates it in the background when you use -o loop — it becomes something like /dev/loop0 and behaves exactly like a real disk.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20299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AA7"/>
                </a:solidFill>
              </a:rPr>
              <a:t>Command Breakdown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2395728"/>
            <a:ext cx="8321040" cy="438912"/>
          </a:xfrm>
          <a:prstGeom prst="rect">
            <a:avLst>
              <a:gd name="adj" fmla="val 12500"/>
            </a:avLst>
          </a:prstGeom>
          <a:solidFill>
            <a:srgbClr val="0A1520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39572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mount  -o loop  /opt/fake-volume.img  /data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11480" y="2944368"/>
            <a:ext cx="8321040" cy="457200"/>
          </a:xfrm>
          <a:prstGeom prst="rect">
            <a:avLst/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9443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mount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606040" y="294436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6"/>
                </a:solidFill>
              </a:rPr>
              <a:t>The command that attaches a filesystem to a directory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3419856"/>
            <a:ext cx="8321040" cy="457200"/>
          </a:xfrm>
          <a:prstGeom prst="rect">
            <a:avLst/>
          </a:prstGeom>
          <a:solidFill>
            <a:srgbClr val="0A1825"/>
          </a:solidFill>
          <a:ln w="12700">
            <a:solidFill>
              <a:srgbClr val="0A182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41985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-o loop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606040" y="3419856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6"/>
                </a:solidFill>
              </a:rPr>
              <a:t>Pass the 'loop' option — tells mount the source is a file, not a block device. Sets up a virtual /dev/loopN device automatically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3895344"/>
            <a:ext cx="8321040" cy="457200"/>
          </a:xfrm>
          <a:prstGeom prst="rect">
            <a:avLst/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89534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/opt/fake-volume.img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606040" y="3895344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6"/>
                </a:solidFill>
              </a:rPr>
              <a:t>The filesystem image file to mount — an ext4 filesystem packed into a single file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4370832"/>
            <a:ext cx="8321040" cy="457200"/>
          </a:xfrm>
          <a:prstGeom prst="rect">
            <a:avLst/>
          </a:prstGeom>
          <a:solidFill>
            <a:srgbClr val="0A1825"/>
          </a:solidFill>
          <a:ln w="12700">
            <a:solidFill>
              <a:srgbClr val="0A182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3708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/data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606040" y="437083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6"/>
                </a:solidFill>
              </a:rPr>
              <a:t>The mount point — the directory where the filesystem contents will appear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4754880"/>
            <a:ext cx="8321040" cy="274320"/>
          </a:xfrm>
          <a:prstGeom prst="rect">
            <a:avLst>
              <a:gd name="adj" fmla="val 16667"/>
            </a:avLst>
          </a:prstGeom>
          <a:solidFill>
            <a:srgbClr val="0B7A84"/>
          </a:solidFill>
          <a:ln w="12700">
            <a:solidFill>
              <a:srgbClr val="0B7A8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fstab also needs 'loop' in its options field — without it mount -a won't set up the loop device on reboot.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/dev/ — Device Naming in Linux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C5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/dev/ is a special directory containing device files — one file per piece of hardware attached to the system.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8321040" cy="420624"/>
          </a:xfrm>
          <a:prstGeom prst="rect">
            <a:avLst/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98448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/dev/sda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46120" y="1298448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6"/>
                </a:solidFill>
              </a:rPr>
              <a:t>First SATA/SCSI disk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" y="1737360"/>
            <a:ext cx="8321040" cy="420624"/>
          </a:xfrm>
          <a:prstGeom prst="rect">
            <a:avLst/>
          </a:prstGeom>
          <a:solidFill>
            <a:srgbClr val="0A1825"/>
          </a:solidFill>
          <a:ln w="12700">
            <a:solidFill>
              <a:srgbClr val="0A18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3736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/dev/sdb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46120" y="1737360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6"/>
                </a:solidFill>
              </a:rPr>
              <a:t>Second SATA/SCSI disk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1480" y="2176272"/>
            <a:ext cx="8321040" cy="420624"/>
          </a:xfrm>
          <a:prstGeom prst="rect">
            <a:avLst/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17627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/dev/sda1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2176272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6"/>
                </a:solidFill>
              </a:rPr>
              <a:t>First partition on the first disk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1480" y="2615184"/>
            <a:ext cx="8321040" cy="420624"/>
          </a:xfrm>
          <a:prstGeom prst="rect">
            <a:avLst/>
          </a:prstGeom>
          <a:solidFill>
            <a:srgbClr val="0A1825"/>
          </a:solidFill>
          <a:ln w="12700">
            <a:solidFill>
              <a:srgbClr val="0A182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61518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/dev/sdb1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46120" y="2615184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6"/>
                </a:solidFill>
              </a:rPr>
              <a:t>First partition on the second disk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11480" y="3054096"/>
            <a:ext cx="8321040" cy="420624"/>
          </a:xfrm>
          <a:prstGeom prst="rect">
            <a:avLst/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054096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/dev/loop0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46120" y="3054096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6"/>
                </a:solidFill>
              </a:rPr>
              <a:t>First loop device (virtual, file-backed)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11480" y="3493008"/>
            <a:ext cx="8321040" cy="420624"/>
          </a:xfrm>
          <a:prstGeom prst="rect">
            <a:avLst/>
          </a:prstGeom>
          <a:solidFill>
            <a:srgbClr val="0A1825"/>
          </a:solidFill>
          <a:ln w="12700">
            <a:solidFill>
              <a:srgbClr val="0A182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493008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/dev/xvdf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46120" y="3493008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6"/>
                </a:solidFill>
              </a:rPr>
              <a:t>EBS volume on AWS EC2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11480" y="3931920"/>
            <a:ext cx="8321040" cy="420624"/>
          </a:xfrm>
          <a:prstGeom prst="rect">
            <a:avLst/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93192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/dev/mapper/vg-data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46120" y="3931920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6"/>
                </a:solidFill>
              </a:rPr>
              <a:t>LVM logical volume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11480" y="4407408"/>
            <a:ext cx="8321040" cy="594360"/>
          </a:xfrm>
          <a:prstGeom prst="rect">
            <a:avLst>
              <a:gd name="adj" fmla="val 12308"/>
            </a:avLst>
          </a:prstGeom>
          <a:solidFill>
            <a:srgbClr val="1A2A1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44398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</a:rPr>
              <a:t>⚠  Production Rule — Never use device names in fstab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" y="468172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6"/>
                </a:solidFill>
              </a:rPr>
              <a:t>Device names like /dev/sdb1 can change when hardware is added or removed. Use UUID= instead. Run blkid to find a device's UUID.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 Types — What is ext4?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8321040" cy="777240"/>
          </a:xfrm>
          <a:prstGeom prst="rect">
            <a:avLst>
              <a:gd name="adj" fmla="val 11765"/>
            </a:avLst>
          </a:prstGeom>
          <a:solidFill>
            <a:srgbClr val="112233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32688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filesystem type is the format used to organise files and directories on a storage device — just like a USB drive needs to be formatted as FAT32 or exFAT before you can use it. ext4 (fourth extended filesystem) is the most common format on Linux.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81051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AA7"/>
                </a:solidFill>
              </a:rPr>
              <a:t>Common Linux Filesystem Types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2267712"/>
            <a:ext cx="8321040" cy="457200"/>
          </a:xfrm>
          <a:prstGeom prst="rect">
            <a:avLst/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26771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783080" y="226771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6"/>
                </a:solidFill>
              </a:rPr>
              <a:t>Standard Linux — fast, reliable, most common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543800" y="2340864"/>
            <a:ext cx="1051560" cy="310896"/>
          </a:xfrm>
          <a:prstGeom prst="rect">
            <a:avLst>
              <a:gd name="adj" fmla="val 14706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43800" y="234086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★ This lab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743200"/>
            <a:ext cx="8321040" cy="457200"/>
          </a:xfrm>
          <a:prstGeom prst="rect">
            <a:avLst/>
          </a:prstGeom>
          <a:solidFill>
            <a:srgbClr val="0A1825"/>
          </a:solidFill>
          <a:ln w="12700">
            <a:solidFill>
              <a:srgbClr val="0A182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7432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xfs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783080" y="27432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6"/>
                </a:solidFill>
              </a:rPr>
              <a:t>RHEL/CentOS, AWS Amazon Linux — high performance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3218688"/>
            <a:ext cx="8321040" cy="457200"/>
          </a:xfrm>
          <a:prstGeom prst="rect">
            <a:avLst/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21868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btrfs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83080" y="321868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6"/>
                </a:solidFill>
              </a:rPr>
              <a:t>Modern systems — supports snapshots natively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3694176"/>
            <a:ext cx="8321040" cy="457200"/>
          </a:xfrm>
          <a:prstGeom prst="rect">
            <a:avLst/>
          </a:prstGeom>
          <a:solidFill>
            <a:srgbClr val="0A1825"/>
          </a:solidFill>
          <a:ln w="12700">
            <a:solidFill>
              <a:srgbClr val="0A182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69417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tmpfs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783080" y="369417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6"/>
                </a:solidFill>
              </a:rPr>
              <a:t>Lives entirely in RAM — not persistent across reboots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4169664"/>
            <a:ext cx="8321040" cy="457200"/>
          </a:xfrm>
          <a:prstGeom prst="rect">
            <a:avLst/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16966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nfs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783080" y="416966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6"/>
                </a:solidFill>
              </a:rPr>
              <a:t>Network filesystem — files live on another server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4736592"/>
            <a:ext cx="8321040" cy="292608"/>
          </a:xfrm>
          <a:prstGeom prst="rect">
            <a:avLst>
              <a:gd name="adj" fmla="val 18750"/>
            </a:avLst>
          </a:prstGeom>
          <a:solidFill>
            <a:srgbClr val="0B7A84"/>
          </a:solidFill>
          <a:ln w="12700">
            <a:solidFill>
              <a:srgbClr val="0B7A8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73659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Every ext4 volume has a lost+found directory — created automatically. Used by fsck to store orphaned files during repair. Not an error.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Investigative Pathway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969264"/>
            <a:ext cx="384048" cy="38404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69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32688" y="914400"/>
            <a:ext cx="3383280" cy="475488"/>
          </a:xfrm>
          <a:prstGeom prst="rect">
            <a:avLst>
              <a:gd name="adj" fmla="val 9615"/>
            </a:avLst>
          </a:prstGeom>
          <a:solidFill>
            <a:srgbClr val="0A1520"/>
          </a:solidFill>
          <a:ln w="12700">
            <a:solidFill>
              <a:srgbClr val="0B7A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91440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mountpoint /data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434840" y="9144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Is anything mounted here?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434840" y="1152144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C5CA"/>
                </a:solidFill>
              </a:rPr>
              <a:t>Not a mountpoint → not data loss, just unmounted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554480"/>
            <a:ext cx="384048" cy="38404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32688" y="1499616"/>
            <a:ext cx="3383280" cy="475488"/>
          </a:xfrm>
          <a:prstGeom prst="rect">
            <a:avLst>
              <a:gd name="adj" fmla="val 9615"/>
            </a:avLst>
          </a:prstGeom>
          <a:solidFill>
            <a:srgbClr val="0A1520"/>
          </a:solidFill>
          <a:ln w="12700">
            <a:solidFill>
              <a:srgbClr val="0B7A8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1499616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 /data /etc/fstab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34840" y="149961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What should be mounted?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34840" y="1737360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C5CA"/>
                </a:solidFill>
              </a:rPr>
              <a:t>fstab says /dev/sdb1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2139696"/>
            <a:ext cx="384048" cy="38404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139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32688" y="2084832"/>
            <a:ext cx="3383280" cy="475488"/>
          </a:xfrm>
          <a:prstGeom prst="rect">
            <a:avLst>
              <a:gd name="adj" fmla="val 9615"/>
            </a:avLst>
          </a:prstGeom>
          <a:solidFill>
            <a:srgbClr val="0A1520"/>
          </a:solidFill>
          <a:ln w="12700">
            <a:solidFill>
              <a:srgbClr val="0B7A8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" y="208483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/dev/sdb1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434840" y="208483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Does that device exist?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34840" y="2322576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C5CA"/>
                </a:solidFill>
              </a:rPr>
              <a:t>No such file → that's the bug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2724912"/>
            <a:ext cx="384048" cy="38404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724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3b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32688" y="2670048"/>
            <a:ext cx="3383280" cy="475488"/>
          </a:xfrm>
          <a:prstGeom prst="rect">
            <a:avLst>
              <a:gd name="adj" fmla="val 9615"/>
            </a:avLst>
          </a:prstGeom>
          <a:solidFill>
            <a:srgbClr val="0A1520"/>
          </a:solidFill>
          <a:ln w="12700">
            <a:solidFill>
              <a:srgbClr val="0B7A8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4128" y="267004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 / -name '*.img' 2&gt;/dev/null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434840" y="26700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Hunt for the real data source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434840" y="2907792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C5CA"/>
                </a:solidFill>
              </a:rPr>
              <a:t>Finds /opt/fake-volume.img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1480" y="3310128"/>
            <a:ext cx="384048" cy="38404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310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32688" y="3255264"/>
            <a:ext cx="3383280" cy="475488"/>
          </a:xfrm>
          <a:prstGeom prst="rect">
            <a:avLst>
              <a:gd name="adj" fmla="val 9615"/>
            </a:avLst>
          </a:prstGeom>
          <a:solidFill>
            <a:srgbClr val="0A1520"/>
          </a:solidFill>
          <a:ln w="12700">
            <a:solidFill>
              <a:srgbClr val="0B7A8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4128" y="3255264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/opt/fake-volume.img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434840" y="325526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What is this file?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434840" y="3493008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C5CA"/>
                </a:solidFill>
              </a:rPr>
              <a:t>ext4 filesystem — data is in here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11480" y="3895344"/>
            <a:ext cx="384048" cy="38404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3895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32688" y="3840480"/>
            <a:ext cx="3383280" cy="475488"/>
          </a:xfrm>
          <a:prstGeom prst="rect">
            <a:avLst>
              <a:gd name="adj" fmla="val 9615"/>
            </a:avLst>
          </a:prstGeom>
          <a:solidFill>
            <a:srgbClr val="0A1520"/>
          </a:solidFill>
          <a:ln w="12700">
            <a:solidFill>
              <a:srgbClr val="0B7A8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24128" y="384048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mount -o loop /opt/fake-volume.img /data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434840" y="38404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Mount and verify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434840" y="4078224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C5CA"/>
                </a:solidFill>
              </a:rPr>
              <a:t>Data confirmed intact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11480" y="4480560"/>
            <a:ext cx="384048" cy="38404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4480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32688" y="4425696"/>
            <a:ext cx="3383280" cy="475488"/>
          </a:xfrm>
          <a:prstGeom prst="rect">
            <a:avLst>
              <a:gd name="adj" fmla="val 9615"/>
            </a:avLst>
          </a:prstGeom>
          <a:solidFill>
            <a:srgbClr val="0A1520"/>
          </a:solidFill>
          <a:ln w="12700">
            <a:solidFill>
              <a:srgbClr val="0B7A8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24128" y="4425696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 /etc/fstab  →  mount -a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434840" y="442569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Fix fstab and test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434840" y="4663440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C5CA"/>
                </a:solidFill>
              </a:rPr>
              <a:t>Permanent fix, survives reboot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From This Lab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8321040" cy="777240"/>
          </a:xfrm>
          <a:prstGeom prst="rect">
            <a:avLst>
              <a:gd name="adj" fmla="val 11765"/>
            </a:avLst>
          </a:prstGeom>
          <a:solidFill>
            <a:srgbClr val="0A2A2A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14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</a:rPr>
              <a:t># 1 Production Instinct: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2344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An empty mount point is NOT data loss.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847088"/>
            <a:ext cx="2633472" cy="1371600"/>
          </a:xfrm>
          <a:prstGeom prst="rect">
            <a:avLst>
              <a:gd name="adj" fmla="val 5333"/>
            </a:avLst>
          </a:prstGeom>
          <a:solidFill>
            <a:srgbClr val="112233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920240"/>
            <a:ext cx="512064" cy="512064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8134" y="2035454"/>
            <a:ext cx="281635" cy="28163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61288" y="19385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Volume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" y="2468880"/>
            <a:ext cx="2450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5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storage for app data. Independent from the OS disk. The app just sees a folder.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00400" y="1847088"/>
            <a:ext cx="2633472" cy="1371600"/>
          </a:xfrm>
          <a:prstGeom prst="rect">
            <a:avLst>
              <a:gd name="adj" fmla="val 5333"/>
            </a:avLst>
          </a:prstGeom>
          <a:solidFill>
            <a:srgbClr val="112233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91840" y="1920240"/>
            <a:ext cx="512064" cy="512064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7054" y="2035454"/>
            <a:ext cx="281635" cy="28163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50208" y="19385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Mount Point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291840" y="2468880"/>
            <a:ext cx="2450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5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directory that acts as the entry to a separate filesystem. Empty ≠ gone.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989320" y="1847088"/>
            <a:ext cx="2633472" cy="1371600"/>
          </a:xfrm>
          <a:prstGeom prst="rect">
            <a:avLst>
              <a:gd name="adj" fmla="val 5333"/>
            </a:avLst>
          </a:prstGeom>
          <a:solidFill>
            <a:srgbClr val="112233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080760" y="1920240"/>
            <a:ext cx="512064" cy="512064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5974" y="2035454"/>
            <a:ext cx="281635" cy="28163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39128" y="19385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/etc/fstab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080760" y="2468880"/>
            <a:ext cx="2450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5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what mounts on boot. Wrong entry = silent failure. Always test with mount -a.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11480" y="3328416"/>
            <a:ext cx="2633472" cy="1371600"/>
          </a:xfrm>
          <a:prstGeom prst="rect">
            <a:avLst>
              <a:gd name="adj" fmla="val 5333"/>
            </a:avLst>
          </a:prstGeom>
          <a:solidFill>
            <a:srgbClr val="112233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02920" y="3401568"/>
            <a:ext cx="512064" cy="512064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34" y="3516782"/>
            <a:ext cx="281635" cy="28163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161288" y="341985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Loop Device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02920" y="3950208"/>
            <a:ext cx="2450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5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block device that maps to a file. Required for mounting .img files with -o loop.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3200400" y="3328416"/>
            <a:ext cx="2633472" cy="1371600"/>
          </a:xfrm>
          <a:prstGeom prst="rect">
            <a:avLst>
              <a:gd name="adj" fmla="val 5333"/>
            </a:avLst>
          </a:prstGeom>
          <a:solidFill>
            <a:srgbClr val="112233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3291840" y="3401568"/>
            <a:ext cx="512064" cy="512064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7054" y="3516782"/>
            <a:ext cx="281635" cy="281635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950208" y="341985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Device Names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3291840" y="3950208"/>
            <a:ext cx="2450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5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stable in production. Use UUID= in fstab. Run blkid to find the UUID.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5989320" y="3328416"/>
            <a:ext cx="2633472" cy="1371600"/>
          </a:xfrm>
          <a:prstGeom prst="rect">
            <a:avLst>
              <a:gd name="adj" fmla="val 5333"/>
            </a:avLst>
          </a:prstGeom>
          <a:solidFill>
            <a:srgbClr val="112233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6080760" y="3401568"/>
            <a:ext cx="512064" cy="512064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5974" y="3516782"/>
            <a:ext cx="281635" cy="281635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739128" y="341985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lost+found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6080760" y="3950208"/>
            <a:ext cx="2450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5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on every ext4 volume. Created automatically. Used by fsck for file recovery.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8321040" cy="749808"/>
          </a:xfrm>
          <a:prstGeom prst="rect">
            <a:avLst>
              <a:gd name="adj" fmla="val 9756"/>
            </a:avLst>
          </a:prstGeom>
          <a:solidFill>
            <a:srgbClr val="112233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14400"/>
            <a:ext cx="201168" cy="749808"/>
          </a:xfrm>
          <a:prstGeom prst="rect">
            <a:avLst>
              <a:gd name="adj" fmla="val 18182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96926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Panicking and assuming data loss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9808" y="126187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5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empty mount point is almost always an unmounted filesystem, not deleted data. Check mountpoint and df before escalating.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755648"/>
            <a:ext cx="8321040" cy="749808"/>
          </a:xfrm>
          <a:prstGeom prst="rect">
            <a:avLst>
              <a:gd name="adj" fmla="val 9756"/>
            </a:avLst>
          </a:prstGeom>
          <a:solidFill>
            <a:srgbClr val="0D1B2A"/>
          </a:solidFill>
          <a:ln w="12700">
            <a:solidFill>
              <a:srgbClr val="0B7A8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755648"/>
            <a:ext cx="201168" cy="749808"/>
          </a:xfrm>
          <a:prstGeom prst="rect">
            <a:avLst>
              <a:gd name="adj" fmla="val 18182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8105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Editing fstab without testing the manual mount first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49808" y="210312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5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mount manually to confirm the data is accessible. A broken fstab can prevent the system from booting.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596896"/>
            <a:ext cx="8321040" cy="749808"/>
          </a:xfrm>
          <a:prstGeom prst="rect">
            <a:avLst>
              <a:gd name="adj" fmla="val 9756"/>
            </a:avLst>
          </a:prstGeom>
          <a:solidFill>
            <a:srgbClr val="112233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596896"/>
            <a:ext cx="201168" cy="749808"/>
          </a:xfrm>
          <a:prstGeom prst="rect">
            <a:avLst>
              <a:gd name="adj" fmla="val 18182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651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Forgetting 'loop' in fstab options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49808" y="2944368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5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file-based mounts the loop option is mandatory. Without it, mount -a won't set up the loop device and the mount silently fails on reboot.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438144"/>
            <a:ext cx="8321040" cy="749808"/>
          </a:xfrm>
          <a:prstGeom prst="rect">
            <a:avLst>
              <a:gd name="adj" fmla="val 9756"/>
            </a:avLst>
          </a:prstGeom>
          <a:solidFill>
            <a:srgbClr val="0D1B2A"/>
          </a:solidFill>
          <a:ln w="12700">
            <a:solidFill>
              <a:srgbClr val="0B7A8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3438144"/>
            <a:ext cx="201168" cy="749808"/>
          </a:xfrm>
          <a:prstGeom prst="rect">
            <a:avLst>
              <a:gd name="adj" fmla="val 18182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34930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Not running mount -a after editing fstab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49808" y="3785616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5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tests the entry exactly as boot would. Don't wait for a reboot to find out your edit was wrong.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4279392"/>
            <a:ext cx="8321040" cy="749808"/>
          </a:xfrm>
          <a:prstGeom prst="rect">
            <a:avLst>
              <a:gd name="adj" fmla="val 9756"/>
            </a:avLst>
          </a:prstGeom>
          <a:solidFill>
            <a:srgbClr val="112233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4279392"/>
            <a:ext cx="201168" cy="749808"/>
          </a:xfrm>
          <a:prstGeom prst="rect">
            <a:avLst>
              <a:gd name="adj" fmla="val 18182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433425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Using device names instead of UUIDs in production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49808" y="4626864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5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names like /dev/sdb1 are not stable across hardware changes. Use UUID= for reliable fstab entries.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011 — Filesystem Mount Failed</dc:title>
  <dc:subject>PptxGenJS Presentation</dc:subject>
  <dc:creator>Stephen — Cloud Engineer Labs</dc:creator>
  <cp:lastModifiedBy>Stephen — Cloud Engineer Labs</cp:lastModifiedBy>
  <cp:revision>1</cp:revision>
  <dcterms:created xsi:type="dcterms:W3CDTF">2026-03-27T08:13:02Z</dcterms:created>
  <dcterms:modified xsi:type="dcterms:W3CDTF">2026-03-27T08:13:02Z</dcterms:modified>
</cp:coreProperties>
</file>