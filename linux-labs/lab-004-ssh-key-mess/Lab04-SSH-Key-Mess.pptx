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1280160" cy="457200"/>
          </a:xfrm>
          <a:prstGeom prst="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274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LAB 04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64008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058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 Mess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365760" y="21031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and fixing broken SSH key-based authentication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65760" y="2971800"/>
            <a:ext cx="5852160" cy="34747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971800"/>
            <a:ext cx="54864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9718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 PubkeyAuthentication disabled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3410712"/>
            <a:ext cx="5852160" cy="34747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3410712"/>
            <a:ext cx="54864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341071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 .ssh directory permissions 777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3849624"/>
            <a:ext cx="5852160" cy="34747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3849624"/>
            <a:ext cx="54864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84962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 authorized_keys permissions 644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4288536"/>
            <a:ext cx="5852160" cy="34747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4288536"/>
            <a:ext cx="54864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428853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 Wrong ownership — root, not deploy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SSH Key Authentication?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49808" y="621792"/>
            <a:ext cx="82296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777240"/>
            <a:ext cx="4023360" cy="40233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777240"/>
            <a:ext cx="402336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316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Private key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1572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Lives on YOUR machine — never shared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029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Public key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286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Lives on the SERVER in authorized_keys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2743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At login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29992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Server challenges you; your private key proves who you are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3456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No password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37124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Cryptographic proof replaces password entirely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777240"/>
            <a:ext cx="4206240" cy="402336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777240"/>
            <a:ext cx="420624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0" y="777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It Breaks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00600" y="1316736"/>
            <a:ext cx="54864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1" name="Text 18"/>
          <p:cNvSpPr/>
          <p:nvPr/>
        </p:nvSpPr>
        <p:spPr>
          <a:xfrm>
            <a:off x="4956048" y="131673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auth disabled in sshd_config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00600" y="2066544"/>
            <a:ext cx="54864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3" name="Text 20"/>
          <p:cNvSpPr/>
          <p:nvPr/>
        </p:nvSpPr>
        <p:spPr>
          <a:xfrm>
            <a:off x="4956048" y="20665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.ssh directory too permissive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00600" y="2816352"/>
            <a:ext cx="54864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2"/>
          <p:cNvSpPr/>
          <p:nvPr/>
        </p:nvSpPr>
        <p:spPr>
          <a:xfrm>
            <a:off x="4956048" y="28163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authorized_keys too permissive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800600" y="3566160"/>
            <a:ext cx="54864" cy="47548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7" name="Text 24"/>
          <p:cNvSpPr/>
          <p:nvPr/>
        </p:nvSpPr>
        <p:spPr>
          <a:xfrm>
            <a:off x="4956048" y="35661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Files owned by wrong user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Where Do These Files Live and Why?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49808" y="621792"/>
            <a:ext cx="82296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777240"/>
            <a:ext cx="8595360" cy="12344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/etc/ssh/sshd_config — The server config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/etc is the Linux standard location for all system-wide service configuration. Every major service follows the same pattern: /etc/nginx/nginx.conf, /etc/mysql/my.cnf, /etc/ssh/sshd_config. When something system-level is broken, /etc/&lt;service&gt;/ is always your first stop.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2148840"/>
            <a:ext cx="859536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22128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~/.ssh/ — The user's authentication directory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Lives in the user's home directory because it's per-user data. Each user has their own completely separate set of keys. The dot prefix makes it hidden — only visible with ls -a. If you don't know where it is, find it with: find / -name ".ssh" -type d 2&gt;/dev/null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3456432"/>
            <a:ext cx="8595360" cy="14173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3456432"/>
            <a:ext cx="859536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456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Files inside .ssh/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877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authorized_keys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926080" y="38770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Public keys permitted to log in as this user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id_rsa / id_ed25519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926080" y="4206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user's own private key for outbound connections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535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known_hosts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926080" y="45354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Servers this user has previously trusted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Understanding Linux File Ownership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49808" y="621792"/>
            <a:ext cx="82296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0711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  1  root  root  99  authorized_keys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1691640"/>
            <a:ext cx="1554480" cy="658368"/>
          </a:xfrm>
          <a:prstGeom prst="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1691640"/>
            <a:ext cx="15544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permissions
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rw-r--r-- = 644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691640"/>
            <a:ext cx="1554480" cy="658368"/>
          </a:xfrm>
          <a:prstGeom prst="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0" y="1691640"/>
            <a:ext cx="15544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owner
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root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1691640"/>
            <a:ext cx="1554480" cy="658368"/>
          </a:xfrm>
          <a:prstGeom prst="rect">
            <a:avLst/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691640"/>
            <a:ext cx="15544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owner
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root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514600"/>
            <a:ext cx="4160520" cy="14630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514600"/>
            <a:ext cx="416052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25146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 Owner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1480" y="29260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individual account that owns the file. SSH will only use auth files owned by the exact user trying to log in. If root owns them, deploy can't use them.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514600"/>
            <a:ext cx="4160520" cy="14630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2514600"/>
            <a:ext cx="416052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7"/>
          <p:cNvSpPr/>
          <p:nvPr/>
        </p:nvSpPr>
        <p:spPr>
          <a:xfrm>
            <a:off x="4709160" y="25146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Group Owner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46320" y="29260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 named group of users with shared access. When you create a Linux user, a group with the same name is automatically created. deploy:deploy means user=deploy, group=deploy — same name, not two things.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4133088"/>
            <a:ext cx="8595360" cy="71323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4133088"/>
            <a:ext cx="73152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1330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deploy is not a special system group — it's just the username for this lab. In real life you'd see ubuntu:ubuntu, ec2-user:ec2-user, jenkins:jenkins. The pattern is universal.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StrictModes — Why SSH Hard Blocks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49808" y="621792"/>
            <a:ext cx="82296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777240"/>
            <a:ext cx="8595360" cy="658368"/>
          </a:xfrm>
          <a:prstGeom prst="rect">
            <a:avLst/>
          </a:prstGeom>
          <a:solidFill>
            <a:srgbClr val="0711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777240"/>
            <a:ext cx="73152" cy="65836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 refused: bad ownership or modes for directory /home/deploy/.ssh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572768"/>
            <a:ext cx="8595360" cy="10058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What StrictModes does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19385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SSH checks permissions on the relevant files BEFORE it even attempts authentication. If anything is too open, it refuses immediately — it doesn't try the key, doesn't fall back to password auth, it just stops. This is on by default and is a named feature: StrictModes yes in sshd_config.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2697480"/>
            <a:ext cx="2788920" cy="21031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697480"/>
            <a:ext cx="278892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26974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.ssh directory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3182112"/>
            <a:ext cx="1874520" cy="475488"/>
          </a:xfrm>
          <a:prstGeom prst="rect">
            <a:avLst/>
          </a:prstGeom>
          <a:solidFill>
            <a:srgbClr val="07111C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1821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700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84048" y="3749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Only the owner can enter it — no other user should be able to browse your auth files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0" y="2697480"/>
            <a:ext cx="2788920" cy="21031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0" y="2697480"/>
            <a:ext cx="278892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7"/>
          <p:cNvSpPr/>
          <p:nvPr/>
        </p:nvSpPr>
        <p:spPr>
          <a:xfrm>
            <a:off x="3200400" y="26974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authorized_keys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0" y="3182112"/>
            <a:ext cx="1874520" cy="475488"/>
          </a:xfrm>
          <a:prstGeom prst="rect">
            <a:avLst/>
          </a:prstGeom>
          <a:solidFill>
            <a:srgbClr val="07111C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0" y="31821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310128" y="3749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Only the owner can read or write it — SSH won't trust a file anyone else could have modified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26480" y="2697480"/>
            <a:ext cx="2788920" cy="21031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126480" y="2697480"/>
            <a:ext cx="278892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6" name="Text 23"/>
          <p:cNvSpPr/>
          <p:nvPr/>
        </p:nvSpPr>
        <p:spPr>
          <a:xfrm>
            <a:off x="6126480" y="26974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Both files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583680" y="3182112"/>
            <a:ext cx="1874520" cy="475488"/>
          </a:xfrm>
          <a:prstGeom prst="rect">
            <a:avLst/>
          </a:prstGeom>
          <a:solidFill>
            <a:srgbClr val="07111C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0" y="31821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deploy:deploy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236208" y="3749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SSH verifies the user attempting to log in actually owns their own authentication files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Reading ls -la Output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49808" y="621792"/>
            <a:ext cx="82296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777240"/>
            <a:ext cx="8595360" cy="1371600"/>
          </a:xfrm>
          <a:prstGeom prst="rect">
            <a:avLst/>
          </a:prstGeom>
          <a:solidFill>
            <a:srgbClr val="0711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8961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drwxrwxrwx  2  root    root    4096  .              ← this directory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drwxr-x---  3  deploy  deploy  4096  ..             ← parent directory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6642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  1  root    root      99  authorized_keys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2286000"/>
            <a:ext cx="5029200" cy="25603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286000"/>
            <a:ext cx="502920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2286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Decoding Permissions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76148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rwx  rwx  rwx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31546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  ↑    ↑    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owner group everyone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7033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 = 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828800" y="37033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read+write+enter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959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rw- = 6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828800" y="39593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read+write only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2153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r-- = 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828800" y="42153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 only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4714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= 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828800" y="4471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 access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577840" y="2286000"/>
            <a:ext cx="3291840" cy="25603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577840" y="2286000"/>
            <a:ext cx="329184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2"/>
          <p:cNvSpPr/>
          <p:nvPr/>
        </p:nvSpPr>
        <p:spPr>
          <a:xfrm>
            <a:off x="5577840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. and .. Entries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760720" y="2788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17220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This directory — a reference to itself. Used in ./script.sh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60720" y="3401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172200" y="3401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Parent directory — one level up. Used in cd ..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577840" y="4023360"/>
            <a:ext cx="3291840" cy="713232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1" name="Shape 28"/>
          <p:cNvSpPr/>
          <p:nvPr/>
        </p:nvSpPr>
        <p:spPr>
          <a:xfrm>
            <a:off x="5577840" y="4023360"/>
            <a:ext cx="54864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2" name="Text 29"/>
          <p:cNvSpPr/>
          <p:nvPr/>
        </p:nvSpPr>
        <p:spPr>
          <a:xfrm>
            <a:off x="5687568" y="40233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These exist in EVERY directory on Linux. Skip past them — the real contents start on line 3.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Diagnostic Pathway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49808" y="621792"/>
            <a:ext cx="82296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804672"/>
            <a:ext cx="8595360" cy="9144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04672"/>
            <a:ext cx="475488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804672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59536" y="8595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Config layer first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" y="11338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-i pubkeyauthentication /etc/ssh/sshd_config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9536" y="1399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Master switch — if this is 'no', nothing else matters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1828800"/>
            <a:ext cx="475488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182880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59536" y="1883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Find the .ssh directory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59536" y="21579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 -name ".ssh" -type d 2&gt;/dev/null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9536" y="24231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Don't assume the path — confirm it before inspecting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2852928"/>
            <a:ext cx="8595360" cy="9144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2852928"/>
            <a:ext cx="475488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2852928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59536" y="2907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Inspect permissions and ownership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59536" y="3182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 /home/deploy/.ssh/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9536" y="3447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Single command reveals all four fault dimensions at once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" y="3877056"/>
            <a:ext cx="8595360" cy="9144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3877056"/>
            <a:ext cx="475488" cy="914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6" name="Text 23"/>
          <p:cNvSpPr/>
          <p:nvPr/>
        </p:nvSpPr>
        <p:spPr>
          <a:xfrm>
            <a:off x="274320" y="3877056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859536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Fix ownership first, then permissions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59536" y="4206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-R deploy:deploy  →  chmod 700  →  chmod 600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59536" y="44714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Ownership before permissions — root-owned files can't be modified by deploy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Commands Explained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49808" y="621792"/>
            <a:ext cx="82296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804672"/>
            <a:ext cx="8595360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07111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8046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 -name ".ssh" -type d 2&gt;/dev/null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1243584"/>
            <a:ext cx="2011680" cy="69494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Search from root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0" y="1243584"/>
            <a:ext cx="2011680" cy="69494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-name ".ssh"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6032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Match this name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09160" y="1243584"/>
            <a:ext cx="2011680" cy="69494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-type 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0916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Directories only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0" y="1243584"/>
            <a:ext cx="2011680" cy="69494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2&gt;/dev/null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800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Discard error noise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2194560"/>
            <a:ext cx="8595360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2194560"/>
            <a:ext cx="8595360" cy="347472"/>
          </a:xfrm>
          <a:prstGeom prst="rect">
            <a:avLst/>
          </a:prstGeom>
          <a:solidFill>
            <a:srgbClr val="07111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2194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-R deploy:deploy /home/deploy/.ssh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11480" y="2633472"/>
            <a:ext cx="2011680" cy="69494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1148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Change ownership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560320" y="2633472"/>
            <a:ext cx="2011680" cy="69494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28" name="Text 25"/>
          <p:cNvSpPr/>
          <p:nvPr/>
        </p:nvSpPr>
        <p:spPr>
          <a:xfrm>
            <a:off x="256032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6032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Recursive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09160" y="2633472"/>
            <a:ext cx="2011680" cy="69494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1" name="Text 28"/>
          <p:cNvSpPr/>
          <p:nvPr/>
        </p:nvSpPr>
        <p:spPr>
          <a:xfrm>
            <a:off x="470916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deploy:deploy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70916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user:group both set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858000" y="2633472"/>
            <a:ext cx="2011680" cy="69494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4" name="Text 31"/>
          <p:cNvSpPr/>
          <p:nvPr/>
        </p:nvSpPr>
        <p:spPr>
          <a:xfrm>
            <a:off x="685800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/home/deploy/.ssh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85800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Target directory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4320" y="3584448"/>
            <a:ext cx="8595360" cy="126187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74320" y="3584448"/>
            <a:ext cx="8595360" cy="347472"/>
          </a:xfrm>
          <a:prstGeom prst="rect">
            <a:avLst/>
          </a:prstGeom>
          <a:solidFill>
            <a:srgbClr val="07111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35844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 -i 's/PubkeyAuthentication no/yes/' sshd_config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11480" y="4023360"/>
            <a:ext cx="2011680" cy="69494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40" name="Text 37"/>
          <p:cNvSpPr/>
          <p:nvPr/>
        </p:nvSpPr>
        <p:spPr>
          <a:xfrm>
            <a:off x="41148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sed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11480" y="4334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Stream editor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560320" y="4023360"/>
            <a:ext cx="2011680" cy="69494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43" name="Text 40"/>
          <p:cNvSpPr/>
          <p:nvPr/>
        </p:nvSpPr>
        <p:spPr>
          <a:xfrm>
            <a:off x="256032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2560320" y="4334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Edit file in place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709160" y="4023360"/>
            <a:ext cx="2011680" cy="69494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46" name="Text 43"/>
          <p:cNvSpPr/>
          <p:nvPr/>
        </p:nvSpPr>
        <p:spPr>
          <a:xfrm>
            <a:off x="470916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s/old/new/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709160" y="4334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Substitution syntax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858000" y="4023360"/>
            <a:ext cx="2011680" cy="694944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49" name="Text 46"/>
          <p:cNvSpPr/>
          <p:nvPr/>
        </p:nvSpPr>
        <p:spPr>
          <a:xfrm>
            <a:off x="685800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sshd_config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858000" y="4334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Target file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Lab Notes &amp; Real-World Differences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49808" y="621792"/>
            <a:ext cx="82296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777240"/>
            <a:ext cx="8595360" cy="9601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Cleanup Required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This lab runs in Docker. All changes exist only in the container filesystem. Stop and restart the lab and Docker spins up a fresh container with all four faults restored automatically. No reset script needed — contrast with Kubernetes and Terraform labs where real infrastructure persists.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901952"/>
            <a:ext cx="4206240" cy="135331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901952"/>
            <a:ext cx="4206240" cy="347472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95681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" y="1901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Restart SSH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11480" y="230428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service ssh restart in this lab. In production: systemctl restart sshd. Use systemctl reload sshd to apply config without dropping active connections.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1901952"/>
            <a:ext cx="4206240" cy="135331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1901952"/>
            <a:ext cx="4206240" cy="347472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95681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47488" y="1901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Debugging (client side)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00600" y="230428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ssh -vvv deploy@localhost in this container. On real servers: ssh -vvv deploy@&lt;ip&gt; shows exactly where the handshake failed.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74320" y="3410712"/>
            <a:ext cx="4206240" cy="135331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410712"/>
            <a:ext cx="4206240" cy="347472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46557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8368" y="3410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Config validation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11480" y="381304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Always run sshd -t before restarting in production. A typo in sshd_config can lock you out of the server completely — same as nginx -t.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663440" y="3410712"/>
            <a:ext cx="4206240" cy="1353312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63440" y="3410712"/>
            <a:ext cx="4206240" cy="347472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46557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47488" y="3410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management at scale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800600" y="381304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Production SSH keys are managed through Ansible, Puppet, AWS SSM, or HashiCorp Vault — not placed on servers manually.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Common Mistakes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49808" y="621792"/>
            <a:ext cx="82296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Shape 3"/>
          <p:cNvSpPr/>
          <p:nvPr/>
        </p:nvSpPr>
        <p:spPr>
          <a:xfrm>
            <a:off x="274320" y="804672"/>
            <a:ext cx="8595360" cy="7498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04672"/>
            <a:ext cx="54864" cy="7498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5"/>
          <p:cNvSpPr/>
          <p:nvPr/>
        </p:nvSpPr>
        <p:spPr>
          <a:xfrm>
            <a:off x="438912" y="859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chmod 777 to 'fix' it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11338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SSH needs restricted permissions — 777 means everyone can read and write. SSH will refuse the files outright.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645920"/>
            <a:ext cx="8595360" cy="7498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645920"/>
            <a:ext cx="54864" cy="7498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9"/>
          <p:cNvSpPr/>
          <p:nvPr/>
        </p:nvSpPr>
        <p:spPr>
          <a:xfrm>
            <a:off x="438912" y="17007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Fix permissions but not ownership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19751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Even with correct 700 permissions, if root owns the directory the deploy user can't use it. Both must be correct simultaneously.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487168"/>
            <a:ext cx="8595360" cy="7498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487168"/>
            <a:ext cx="54864" cy="7498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" y="2542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Forget to restart the daemon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38912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Changing sshd_config does nothing until the daemon restarts. One of the most common 'I made the change, why isn't it working?' moments.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328416"/>
            <a:ext cx="8595360" cy="7498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3328416"/>
            <a:ext cx="54864" cy="7498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0" name="Text 17"/>
          <p:cNvSpPr/>
          <p:nvPr/>
        </p:nvSpPr>
        <p:spPr>
          <a:xfrm>
            <a:off x="438912" y="3383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Skip sshd_config entirely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38912" y="3657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Many engineers jump straight to file permissions and spend a long time debugging when key auth is simply switched off server-wide.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4169664"/>
            <a:ext cx="8595360" cy="749808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4169664"/>
            <a:ext cx="54864" cy="7498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4" name="Text 21"/>
          <p:cNvSpPr/>
          <p:nvPr/>
        </p:nvSpPr>
        <p:spPr>
          <a:xfrm>
            <a:off x="438912" y="4224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Partial fix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38912" y="4498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SSH requires all layers correct at the same time. Fixing ownership without permissions (or vice versa) still results in a hard block.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4983480"/>
            <a:ext cx="9034272" cy="160020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Takeaways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49808" y="621792"/>
            <a:ext cx="8229600" cy="274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Shape 4"/>
          <p:cNvSpPr/>
          <p:nvPr/>
        </p:nvSpPr>
        <p:spPr>
          <a:xfrm>
            <a:off x="274320" y="804672"/>
            <a:ext cx="4206240" cy="12344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804672"/>
            <a:ext cx="54864" cy="1234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Config before files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120700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Always check sshd_config first. PubkeyAuthentication no is a master switch — if it's off, nothing else matters.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804672"/>
            <a:ext cx="4206240" cy="12344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804672"/>
            <a:ext cx="54864" cy="1234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0"/>
          <p:cNvSpPr/>
          <p:nvPr/>
        </p:nvSpPr>
        <p:spPr>
          <a:xfrm>
            <a:off x="4828032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StrictModes is a hard block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28032" y="120700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SSH doesn't warn about loose permissions — it refuses authentication entirely. This is a security feature, not a bug.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176272"/>
            <a:ext cx="4206240" cy="12344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176272"/>
            <a:ext cx="54864" cy="1234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Ownership and permissions are separate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257860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 file can have the right permissions (700) but the wrong owner (root), or vice versa. Both must be correct.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2176272"/>
            <a:ext cx="4206240" cy="12344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2176272"/>
            <a:ext cx="54864" cy="1234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1" name="Text 18"/>
          <p:cNvSpPr/>
          <p:nvPr/>
        </p:nvSpPr>
        <p:spPr>
          <a:xfrm>
            <a:off x="4828032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/etc for service config, ~/ for user data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28032" y="257860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sshd_config lives in /etc because it's system-wide. .ssh lives in the home directory because it's per-user.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547872"/>
            <a:ext cx="4206240" cy="12344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547872"/>
            <a:ext cx="54864" cy="1234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2"/>
          <p:cNvSpPr/>
          <p:nvPr/>
        </p:nvSpPr>
        <p:spPr>
          <a:xfrm>
            <a:off x="438912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find + 2&gt;/dev/null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38912" y="395020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When you don't know where something is, find it. 2&gt;/dev/null keeps the output clean by discarding permission errors.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63440" y="3547872"/>
            <a:ext cx="4206240" cy="12344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3547872"/>
            <a:ext cx="54864" cy="12344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9" name="Text 26"/>
          <p:cNvSpPr/>
          <p:nvPr/>
        </p:nvSpPr>
        <p:spPr>
          <a:xfrm>
            <a:off x="4828032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Execute on a directory = enter, not run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28032" y="395020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chmod 700 on .ssh means the owner can cd into it. execute on a file means you can run it — these are different things.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04 — SSH Key Mess</dc:title>
  <dc:subject>PptxGenJS Presentation</dc:subject>
  <dc:creator>PptxGenJS</dc:creator>
  <cp:lastModifiedBy>PptxGenJS</cp:lastModifiedBy>
  <cp:revision>1</cp:revision>
  <dcterms:created xsi:type="dcterms:W3CDTF">2026-03-25T08:18:31Z</dcterms:created>
  <dcterms:modified xsi:type="dcterms:W3CDTF">2026-03-25T08:18:31Z</dcterms:modified>
</cp:coreProperties>
</file>