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036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Container Logging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docker logs shows nothing — and how to fix it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Engineering Labs — Docker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Are stdout, stderr &amp; stdin?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Linux process automatically gets three standard streams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2926080"/>
          </a:xfrm>
          <a:prstGeom prst="rect">
            <a:avLst/>
          </a:prstGeom>
          <a:solidFill>
            <a:srgbClr val="1226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560320" cy="54864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916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 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input comes from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(keyboard, pipe, file)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463040"/>
            <a:ext cx="2560320" cy="2926080"/>
          </a:xfrm>
          <a:prstGeom prst="rect">
            <a:avLst/>
          </a:prstGeom>
          <a:solidFill>
            <a:srgbClr val="1226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46304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stdout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29184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 1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7472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normal output goes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(what Docker captures)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463040"/>
            <a:ext cx="2560320" cy="2926080"/>
          </a:xfrm>
          <a:prstGeom prst="rect">
            <a:avLst/>
          </a:prstGeom>
          <a:solidFill>
            <a:srgbClr val="1226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46304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916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stderr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12648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 2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0936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Error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error messages go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(also captured by Docker)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hooks into stdout &amp; stderr of PID 1 (the container’s main process) — that’s what docker logs shows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Container Logging Should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02920" cy="502920"/>
          </a:xfrm>
          <a:prstGeom prst="ellipse">
            <a:avLst/>
          </a:prstGeom>
          <a:solidFill>
            <a:srgbClr val="1226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1430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051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writes to stdout / stderr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5270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1226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2024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8288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9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captures the output (watching PID 1)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23042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1226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69748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606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driver stores it (default: json-file on host)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0080" y="30815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1226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47472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383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logs reads from the driver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40080" y="38587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rgbClr val="1226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251960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4160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production: shipped to CloudWatch / ELK / Datadog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303520" y="1463040"/>
            <a:ext cx="3474720" cy="2286000"/>
          </a:xfrm>
          <a:prstGeom prst="rect">
            <a:avLst/>
          </a:prstGeom>
          <a:solidFill>
            <a:srgbClr val="1A0B0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645920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94360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Anti-Pattern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5486400" y="2194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app logs to a 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instead of stdout, it breaks the chain at step 1.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never sees the output.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logs shows nothing.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shippers get nothing.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is blind.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226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Anti-pattern: </a:t>
            </a:r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that seems sensible but actually causes problems. File logging works on traditional servers — but containers are temporary and rely on stdout.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Diagnosing 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troubleshooting instinct when docker logs shows nothing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docker logs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&lt;container&gt; 2&gt;&amp;1 | tail -5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1234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or no app logs = output going elsewhere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app is running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240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&lt;container&gt; curl -s http://localhost:8080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1965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OK confirms it’s alive but not logging to stdout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 for log files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2971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&lt;container&gt; cat /var/log/app.log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Found! Logs are trapped in a file inside the container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app code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703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&lt;container&gt; cat /opt/app.py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3429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logging.basicConfig(filename=’...’) — there’s the culprit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685800"/>
          </a:xfrm>
          <a:prstGeom prst="rect">
            <a:avLst/>
          </a:prstGeom>
          <a:solidFill>
            <a:srgbClr val="1226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976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</a:t>
            </a:r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run a command INSIDE the container (file paths are the container’s filesystem, not your Pi)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</a:t>
            </a:r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ask Docker on the HOST to show what the container sent to stdout/stderr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Two-Line Fix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23360" cy="2560320"/>
          </a:xfrm>
          <a:prstGeom prst="rect">
            <a:avLst/>
          </a:prstGeom>
          <a:solidFill>
            <a:srgbClr val="1A0B0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40233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logging.basicConfig(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filename='/var/log/app.log'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level=logging.INFO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10312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54880" y="1097280"/>
            <a:ext cx="4023360" cy="2560320"/>
          </a:xfrm>
          <a:prstGeom prst="rect">
            <a:avLst/>
          </a:prstGeom>
          <a:solidFill>
            <a:srgbClr val="0B1A0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40233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0" y="16459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logging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logging.basicConfig(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stream=sys.stdout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level=logging.INFO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3840480"/>
            <a:ext cx="4023360" cy="594360"/>
          </a:xfrm>
          <a:prstGeom prst="rect">
            <a:avLst/>
          </a:prstGeom>
          <a:solidFill>
            <a:srgbClr val="1226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840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loads Python’s system module so we can reference sys.stdout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3840480"/>
            <a:ext cx="4023360" cy="594360"/>
          </a:xfrm>
          <a:prstGeom prst="rect">
            <a:avLst/>
          </a:prstGeom>
          <a:solidFill>
            <a:srgbClr val="1226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3840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stream=sys.stdout</a:t>
            </a:r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tells the logger to print to the screen (stdout) instead of writing to a file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Then: docker restart lab036-container-logging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Commands Explained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&lt;container&gt; 2&gt;&amp;1 | tail -5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</a:t>
            </a:r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Show container’s stdout/stderr output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    </a:t>
            </a:r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2&gt;&amp;1</a:t>
            </a:r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Merge stderr into stdout (see both streams)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    </a:t>
            </a:r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tail -5</a:t>
            </a:r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Pipe output, show last 5 lines only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&lt;container&gt; &lt;command&gt;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042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</a:t>
            </a:r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Run a command inside the container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    </a:t>
            </a:r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-it</a:t>
            </a:r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Interactive + terminal (for shells like vi/bash)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    </a:t>
            </a:r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Detached (run in background)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82296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restart &lt;container&gt;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101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restart</a:t>
            </a:r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Stop then start the container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82296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http://localhost:8080 &gt; /dev/null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3159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Make an HTTP request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    </a:t>
            </a:r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</a:t>
            </a:r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Silent (no progress bar)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    </a:t>
            </a:r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/dev/null</a:t>
            </a:r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Discard the response (only care about the side effect)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World: Your Role as Cloud Engineer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931920" cy="3291840"/>
          </a:xfrm>
          <a:prstGeom prst="rect">
            <a:avLst/>
          </a:prstGeom>
          <a:solidFill>
            <a:srgbClr val="1226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the problem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"App logs to a file, needs to log to stdout"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fix to devs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"Change filename= to stream=sys.stdout"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Maybe submit a PR yourself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it’s a small, obvious fix like this one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the log pipeline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drivers, rotation, shipping to CloudWatch/ELK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931920" cy="3291840"/>
          </a:xfrm>
          <a:prstGeom prst="rect">
            <a:avLst/>
          </a:prstGeom>
          <a:solidFill>
            <a:srgbClr val="122640"/>
          </a:solidFill>
          <a:ln w="12700">
            <a:solidFill>
              <a:srgbClr val="2496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097280"/>
            <a:ext cx="3931920" cy="54864"/>
          </a:xfrm>
          <a:prstGeom prst="rect">
            <a:avLst/>
          </a:prstGeom>
          <a:solidFill>
            <a:srgbClr val="2496E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9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Production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0" y="17830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patch running containers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code → rebuild image → redeploy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log drivers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--log-driver=awslogs for CloudWatch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log rotation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--log-opt max-size=10m --log-opt max-file=3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structured logging (JSON)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logs searchable by centralised systems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02920" cy="502920"/>
          </a:xfrm>
          <a:prstGeom prst="ellipse">
            <a:avLst/>
          </a:prstGeom>
          <a:solidFill>
            <a:srgbClr val="122640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430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log to stdout/stderr, never to files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43000" y="13441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Kubernetes, and all orchestrators depend on this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502920" cy="502920"/>
          </a:xfrm>
          <a:prstGeom prst="ellipse">
            <a:avLst/>
          </a:prstGeom>
          <a:solidFill>
            <a:srgbClr val="122640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828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logs only captures stdout/stderr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43000" y="21214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File-based logs are invisible to Docker’s infrastructure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606040"/>
            <a:ext cx="502920" cy="502920"/>
          </a:xfrm>
          <a:prstGeom prst="ellipse">
            <a:avLst/>
          </a:prstGeom>
          <a:solidFill>
            <a:srgbClr val="122640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9748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606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stream=sys.stdout replaces filename=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43000" y="28986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 of Python — but the diagnosis skill is what counts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122640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47472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383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exec runs commands inside the container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43000" y="3675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paths refer to the container’s filesystem, not the host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4160520"/>
            <a:ext cx="502920" cy="502920"/>
          </a:xfrm>
          <a:prstGeom prst="ellipse">
            <a:avLst/>
          </a:prstGeom>
          <a:solidFill>
            <a:srgbClr val="122640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251960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41605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 logging depends on stdout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143000" y="44531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CloudWatch, Fluentd, ELK — they all read from docker logs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4" name="Text 1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troubleshooting instinct — diagnose, explain, fix — is the core skill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036: Container Logging</dc:title>
  <dc:subject>PptxGenJS Presentation</dc:subject>
  <dc:creator>Stephen - Cloud Engineering Labs</dc:creator>
  <cp:lastModifiedBy>Stephen - Cloud Engineering Labs</cp:lastModifiedBy>
  <cp:revision>1</cp:revision>
  <dcterms:created xsi:type="dcterms:W3CDTF">2026-03-07T13:38:59Z</dcterms:created>
  <dcterms:modified xsi:type="dcterms:W3CDTF">2026-03-07T13:38:59Z</dcterms:modified>
</cp:coreProperties>
</file>