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914400"/>
            <a:ext cx="1097280" cy="10972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024128"/>
            <a:ext cx="877824" cy="877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 OOM Kill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024 — Diagnosing &amp; Fixing Out-of-Memory Kills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Engineer 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OOM Kill?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846320" cy="3291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OOM = Out of Memory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Every Docker container can be given a memory limit. This tells the Linux kernel: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"this container is not allowed to use more than X megabytes."
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If the process inside the container tries to allocate more memory than the limit allows, the kernel steps in and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kills the process immediately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. No warning. No graceful shutdown. Just dead.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32MB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limit (too small)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~128MB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workload actually needs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52160" y="3200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246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SIGKILL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terminates the process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Memory Limits Matter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4584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Limits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single container can consume all available RAM on the host machine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Other containers starve and crash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host itself can become unresponsive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memory leak goes unnoticed until everything is down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9"/>
          <p:cNvSpPr/>
          <p:nvPr/>
        </p:nvSpPr>
        <p:spPr>
          <a:xfrm>
            <a:off x="5120640" y="1417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14584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Limits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29200" y="20116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Each container has a ceiling on how much RAM it can use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Protects other containers and the host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Forces you to understand your workload's actual needs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Memory leaks get caught early instead of bringing everything down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Diagnostic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container 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5819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 — is it running, exited, or restarting?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37160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63040" y="2176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OOM kill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63040" y="24963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&lt;name&gt; | grep -i oom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63840" y="2240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286000"/>
            <a:ext cx="365760" cy="3657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463040" y="3090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memory limit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63040" y="34107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&lt;name&gt; | grep -i memory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863840" y="3154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200400"/>
            <a:ext cx="365760" cy="36576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1463040" y="4005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limit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463040" y="43251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container, recreate with a sensible --memory value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863840" y="4069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4114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docker inspect Fields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Tells You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State.OOMKilled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the container killed for exceeding its memory limit?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HostConfig.Memory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limit in bytes (0 = no limit)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33554432 (32MB)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State.ExitCode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 often means SIGKILL (128+9) — common in OOM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State.Running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 container currently alive?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74904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7490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Tip: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You don't need to memorise Go template syntax. Just run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&lt;name&gt; | grep -i oom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to search the full output.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Sizing Memory Limits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2x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12801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Set limits at roughly 2x typical usage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This gives headroom for the runtime, garbage collection spikes, and temporary allocations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60320" cy="1920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432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128MB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uses 128MB — no room for the runtime or spikes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560320" cy="1920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7432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256MB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typical usage — enough headroom while still protecting the host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560320" cy="1920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7432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/ unlimited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memory leak can consume all host RAM and crash everything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vs Kubernetes Memory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setting: --memory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This is a hard ceiling — exceed it and the kernel kills the process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Units: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(megabytes),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(gigabytes)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--memory=256m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Two settings: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requests.memory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— guaranteed allocation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limits.memory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— maximum allowed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Units: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(mebibytes), 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(gibibytes)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limits.memory: 256Mi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limit entirely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"Fixes" the crash but leaves the host completely unprotected. A memory leak can take down everything.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limit = actual usage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headroom for the runtime, GC, or temporary spikes. The container will intermittently OOM under load.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checking logs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kills are instant — the process gets no chance to write an error. Logs may show nothing useful.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8620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3192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exit code 137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= 128 + 9 (SIGKILL). It's a strong hint of OOM, but always confirm with the OOMKilled field.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45720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828800" y="22128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224942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77440" y="21945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limits protect the host — always set one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828800" y="271576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275234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77440" y="2697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kills are silent — check docker inspect, not just logs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828800" y="32186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325526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377440" y="3200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limits at 2x typical usage for headroom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828800" y="372160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376" y="375818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377440" y="3703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137 = SIGKILL — strong OOM indicator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1828800" y="422452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5376" y="426110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377440" y="4206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stats shows real-time memory consumption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024 — Container OOM Kill</dc:title>
  <dc:subject>PptxGenJS Presentation</dc:subject>
  <dc:creator>Stephen</dc:creator>
  <cp:lastModifiedBy>Stephen</cp:lastModifiedBy>
  <cp:revision>1</cp:revision>
  <dcterms:created xsi:type="dcterms:W3CDTF">2026-03-06T15:32:59Z</dcterms:created>
  <dcterms:modified xsi:type="dcterms:W3CDTF">2026-03-06T15:32:59Z</dcterms:modified>
</cp:coreProperties>
</file>