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Headers &amp; CORS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37744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647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7190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691640"/>
            <a:ext cx="237744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647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13632" y="17190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Headers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1691640"/>
            <a:ext cx="2377440" cy="566928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65392" y="171907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02920" y="2487168"/>
            <a:ext cx="2560320" cy="1417320"/>
          </a:xfrm>
          <a:prstGeom prst="rect">
            <a:avLst/>
          </a:prstGeom>
          <a:solidFill>
            <a:srgbClr val="1E2D3D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57860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breaks?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67512" y="29443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works in curl but fails in a browser. Backend loses client IP info.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291840" y="2487168"/>
            <a:ext cx="2560320" cy="1417320"/>
          </a:xfrm>
          <a:prstGeom prst="rect">
            <a:avLst/>
          </a:prstGeom>
          <a:solidFill>
            <a:srgbClr val="1E2D3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57860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620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456432" y="29443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and proxy headers are in every production web stack. Interviewers will ask.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080760" y="2487168"/>
            <a:ext cx="2560320" cy="1417320"/>
          </a:xfrm>
          <a:prstGeom prst="rect">
            <a:avLst/>
          </a:prstGeom>
          <a:solidFill>
            <a:srgbClr val="1E2D3D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578608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7512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fix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245352" y="29443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 — add header forwarding, CORS, and OPTIONS handling.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Reverse Proxy?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554480" cy="1298448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5270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258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curl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66160" y="1417320"/>
            <a:ext cx="1554480" cy="1298448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5270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2258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583680" y="1417320"/>
            <a:ext cx="1554480" cy="1298448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52704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583680" y="2258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121408" y="2066544"/>
            <a:ext cx="1408176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9" name="Text 14"/>
          <p:cNvSpPr/>
          <p:nvPr/>
        </p:nvSpPr>
        <p:spPr>
          <a:xfrm>
            <a:off x="2121408" y="17739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138928" y="2066544"/>
            <a:ext cx="1408176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138928" y="177393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only ever talks to Nginx. The backend is never directly exposed.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4632" y="3218688"/>
            <a:ext cx="1920240" cy="1170432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1012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27355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Termination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94360" y="3639312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HTTPS once at the proxy.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stays plain HTTP.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569464" y="3218688"/>
            <a:ext cx="1920240" cy="1170432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192" y="331012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044952" y="327355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2679192" y="3639312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traffic across multiple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servers.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654296" y="3218688"/>
            <a:ext cx="1920240" cy="1170432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331012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29784" y="327355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Rules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764024" y="3639312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limiting, CORS 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one place.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739128" y="3218688"/>
            <a:ext cx="1920240" cy="1170432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856" y="3310128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214616" y="327355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848856" y="3639312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repeat responses without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the backend at all.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CORS?  (Cross-Origin Resource Sharing)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9692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509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0624" y="13716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logged in to </a:t>
            </a:r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mybank.com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You visit </a:t>
            </a:r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evil.com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silently runs: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" y="1883664"/>
            <a:ext cx="3840480" cy="329184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" y="19019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fetch("https://mybank.com/api/transfer?to=attacker")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CORS protection, that request goes out authenticated as you.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26280" y="868680"/>
            <a:ext cx="4315968" cy="1828800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969264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9509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Browser's Rule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81728" y="135331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on </a:t>
            </a:r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read a response from 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B</a:t>
            </a:r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unless origin B explicitly says it's allowed.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81728" y="19202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header that grants permission: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81728" y="2176272"/>
            <a:ext cx="4059936" cy="329184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36592" y="219456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Access-Control-Allow-Origin: https://app.example.com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681728" y="254203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header, the browser silently blocks the response from JS.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4320" y="2852928"/>
            <a:ext cx="8577072" cy="475488"/>
          </a:xfrm>
          <a:prstGeom prst="rect">
            <a:avLst/>
          </a:prstGeom>
          <a:solidFill>
            <a:srgbClr val="0A2A1F"/>
          </a:solidFill>
          <a:ln w="19050">
            <a:solidFill>
              <a:srgbClr val="0E9AA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16936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6384" y="28895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CORS is enforced by the browser, not the server. The API responds regardless — the browser decides whether to let JavaScript see it. curl ignores CORS entirely.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11480" y="3456432"/>
            <a:ext cx="2651760" cy="1207008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21208" y="3511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Access-Control-Allow-Origin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521208" y="385876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domains are allowed to read responses.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anyone (risky with auth)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246120" y="3456432"/>
            <a:ext cx="2651760" cy="1207008"/>
          </a:xfrm>
          <a:prstGeom prst="rect">
            <a:avLst/>
          </a:prstGeom>
          <a:solidFill>
            <a:srgbClr val="1E2D3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3355848" y="3511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Access-Control-Allow-Methods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3355848" y="385876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HTTP methods are permitted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cross-origin requests.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080760" y="3456432"/>
            <a:ext cx="2651760" cy="1207008"/>
          </a:xfrm>
          <a:prstGeom prst="rect">
            <a:avLst/>
          </a:prstGeom>
          <a:solidFill>
            <a:srgbClr val="1E2D3D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190488" y="3511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Access-Control-Allow-Headers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190488" y="3858768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request headers cross-origin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allowed to send.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OPTIONS Pre-flight Request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868680"/>
            <a:ext cx="1810512" cy="1170432"/>
          </a:xfrm>
          <a:prstGeom prst="rect">
            <a:avLst/>
          </a:prstGeom>
          <a:solidFill>
            <a:srgbClr val="1E2D3D"/>
          </a:solidFill>
          <a:ln w="190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" y="13258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wants to make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cross-origin POST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453896"/>
            <a:ext cx="256032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33472" y="868680"/>
            <a:ext cx="1810512" cy="1170432"/>
          </a:xfrm>
          <a:prstGeom prst="rect">
            <a:avLst/>
          </a:prstGeom>
          <a:solidFill>
            <a:srgbClr val="1E2D3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13258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OPTIONS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first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43984" y="1453896"/>
            <a:ext cx="256032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00016" y="868680"/>
            <a:ext cx="1810512" cy="1170432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9744" y="13258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replies 204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CORS headers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10528" y="1453896"/>
            <a:ext cx="256032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868680"/>
            <a:ext cx="1810512" cy="1170432"/>
          </a:xfrm>
          <a:prstGeom prst="rect">
            <a:avLst/>
          </a:prstGeom>
          <a:solidFill>
            <a:srgbClr val="1E2D3D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76288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76288" y="132588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 request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31136"/>
            <a:ext cx="4005072" cy="2340864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2340864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1248" y="23225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browser asks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47472" y="2706624"/>
            <a:ext cx="3840480" cy="694944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2336" y="2724912"/>
            <a:ext cx="3730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/api/ HTTP/1.1
</a:t>
            </a:r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Origin: https://app.example.com
</a:t>
            </a:r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Access-Control-Request-Method: POST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7472" y="345643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app.example.com. Am I allowed to POST to you?"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47472" y="378561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is no OPTIONS handler, the pre-flight fails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request is never sent.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26280" y="2231136"/>
            <a:ext cx="4315968" cy="2340864"/>
          </a:xfrm>
          <a:prstGeom prst="rect">
            <a:avLst/>
          </a:prstGeom>
          <a:solidFill>
            <a:srgbClr val="1E2D3D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40864"/>
            <a:ext cx="347472" cy="34747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20640" y="23225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server must return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681728" y="2706624"/>
            <a:ext cx="4059936" cy="877824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36592" y="2724912"/>
            <a:ext cx="395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</a:t>
            </a:r>
            <a:pPr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Content
</a:t>
            </a:r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Access-Control-Allow-Origin: *
</a:t>
            </a:r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Access-Control-Allow-Methods: GET, POST, OPTIONS
</a:t>
            </a:r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Access-Control-Allow-Headers: Content-Type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681728" y="363931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= "Success, nothing to return" — the correct pre-flight response.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681728" y="3931920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once the browser sees this 204 + CORS headers does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 the real request.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the Faults — Arriving at the Ticket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77072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07899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8961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API through the proxy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243584"/>
            <a:ext cx="374904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7101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http://localhost/api/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91440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37760" y="8961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shows Host:127.0.0.1:3000 (proxy address, not client) and XFF:missing — headers not being forwarded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1828800"/>
            <a:ext cx="8577072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7472" y="20848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19019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response headers for CORS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2249424"/>
            <a:ext cx="374904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22768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-si http://localhost/api/</a:t>
            </a:r>
            <a:endParaRPr lang="en-US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2024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37760" y="19019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Access-Control-Allow-Origin in response — browsers will block JS access. Note: use -i not -I (backend rejects HEAD requests)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74320" y="2834640"/>
            <a:ext cx="8577072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47472" y="30906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85800" y="2907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browser pre-flight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85800" y="3255264"/>
            <a:ext cx="374904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9808" y="328269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-sv -X OPTIONS http://localhost/api/ 2&gt;&amp;1 | head -30</a:t>
            </a:r>
            <a:endParaRPr lang="en-US" sz="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92608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37760" y="290779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200 but with no CORS headers — pre-flight will fail in a browser even though the server responded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274320" y="3840480"/>
            <a:ext cx="8577072" cy="914400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347472" y="40965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85800" y="39136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Nginx config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85800" y="4261104"/>
            <a:ext cx="374904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9808" y="428853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/etc/nginx/sites-enabled/api-proxy</a:t>
            </a:r>
            <a:endParaRPr lang="en-US" sz="8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931920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937760" y="39136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proxy_pass — no proxy_set_header, no add_header, no OPTIONS block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Annotated Nginx Config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59536"/>
            <a:ext cx="5029200" cy="3858768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32688"/>
            <a:ext cx="488289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
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listen 80;
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 /api/ {
</a:t>
            </a:r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── Proxy headers ─────────────────
</a:t>
            </a:r>
            <a:pPr indent="0" marL="0">
              <a:buNone/>
            </a:pPr>
            <a:r>
              <a:rPr lang="en-US" sz="78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Host              $host;
</a:t>
            </a:r>
            <a:pPr indent="0" marL="0">
              <a:buNone/>
            </a:pPr>
            <a:r>
              <a:rPr lang="en-US" sz="78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X-Forwarded-For   $proxy_add_x_forwarded_for;
</a:t>
            </a:r>
            <a:pPr indent="0" marL="0">
              <a:buNone/>
            </a:pPr>
            <a:r>
              <a:rPr lang="en-US" sz="78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proxy_set_header X-Real-IP         $remote_addr;
</a:t>
            </a:r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── CORS headers ──────────────────
</a:t>
            </a:r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add_header Access-Control-Allow-Origin  * always;
</a:t>
            </a:r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add_header Access-Control-Allow-Methods "GET, POST, OPTIONS" always;
</a:t>
            </a:r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add_header Access-Control-Allow-Headers "Content-Type, Authorization" always;
</a:t>
            </a:r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── OPTIONS pre-flight ─────────────
</a:t>
            </a:r>
            <a:pPr indent="0" marL="0">
              <a:buNone/>
            </a:pPr>
            <a:r>
              <a:rPr lang="en-US" sz="7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($request_method = OPTIONS) {
</a:t>
            </a:r>
            <a:pPr indent="0" marL="0">
              <a:buNone/>
            </a:pPr>
            <a:r>
              <a:rPr lang="en-US" sz="7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204;
</a:t>
            </a:r>
            <a:pPr indent="0" marL="0">
              <a:buNone/>
            </a:pPr>
            <a:r>
              <a:rPr lang="en-US" sz="7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
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proxy_pass http://127.0.0.1:3000/;
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}
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468112" y="859536"/>
            <a:ext cx="3401568" cy="1371600"/>
          </a:xfrm>
          <a:prstGeom prst="rect">
            <a:avLst/>
          </a:prstGeom>
          <a:solidFill>
            <a:srgbClr val="1E2D3D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509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25312" y="932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Headers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43584"/>
            <a:ext cx="3218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proxy_set_header — explicitly tell Nginx to pass this header to the backend.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$host — the hostname the client originally used.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$proxy_add_x_forwarded_for — appends client IP to any existing chain.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$remote_addr — the immediate connecting IP.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68112" y="2340864"/>
            <a:ext cx="3401568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323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25312" y="2414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Headers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577840" y="2724912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add_header — adds a header to the response sent back to the client.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include the header even on error responses (4xx/5xx).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always, CORS headers are omitted on errors — browsers can't read them.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468112" y="3639312"/>
            <a:ext cx="3401568" cy="1188720"/>
          </a:xfrm>
          <a:prstGeom prst="rect">
            <a:avLst/>
          </a:prstGeom>
          <a:solidFill>
            <a:srgbClr val="1E2D3D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7307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25312" y="3712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Handling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577840" y="4023360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pre-flight check browsers send before cross-origin requests.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204 — success with no body. CORS headers above are included.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the pre-flight fails and the real request never sends.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Fix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77072" cy="768096"/>
          </a:xfrm>
          <a:prstGeom prst="rect">
            <a:avLst/>
          </a:prstGeom>
          <a:solidFill>
            <a:srgbClr val="1E2D3D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07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868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Test config syntax before applying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94944" y="1152144"/>
            <a:ext cx="310896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17043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913632" y="1152144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 configuration file ... syntax is ok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 configuration file ... test is successful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274320" y="1655064"/>
            <a:ext cx="8577072" cy="768096"/>
          </a:xfrm>
          <a:prstGeom prst="rect">
            <a:avLst/>
          </a:prstGeom>
          <a:solidFill>
            <a:srgbClr val="1E2D3D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9280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" y="17007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Reload Nginx (zero downtime)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94944" y="1984248"/>
            <a:ext cx="310896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200253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-s reload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913632" y="198424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output — success is silent)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274320" y="2487168"/>
            <a:ext cx="8577072" cy="768096"/>
          </a:xfrm>
          <a:prstGeom prst="rect">
            <a:avLst/>
          </a:prstGeom>
          <a:solidFill>
            <a:srgbClr val="1E2D3D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2491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" y="2532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Proxy headers now flowing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94944" y="2816352"/>
            <a:ext cx="310896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9808" y="283464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http://localhost/api/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913632" y="281635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Host:localhost XFF:127.0.0.1</a:t>
            </a:r>
            <a:endParaRPr lang="en-US" sz="780" dirty="0"/>
          </a:p>
        </p:txBody>
      </p:sp>
      <p:sp>
        <p:nvSpPr>
          <p:cNvPr id="24" name="Shape 19"/>
          <p:cNvSpPr/>
          <p:nvPr/>
        </p:nvSpPr>
        <p:spPr>
          <a:xfrm>
            <a:off x="274320" y="3319272"/>
            <a:ext cx="8577072" cy="768096"/>
          </a:xfrm>
          <a:prstGeom prst="rect">
            <a:avLst/>
          </a:prstGeom>
          <a:solidFill>
            <a:srgbClr val="1E2D3D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5701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CORS headers on response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94944" y="3648456"/>
            <a:ext cx="310896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49808" y="366674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-si http://localhost/api/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3913632" y="3648456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Access-Control-Allow-Origin: *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Access-Control-Allow-Methods: GET, POST, OPTIONS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Access-Control-Allow-Headers: Content-Type, Authorization</a:t>
            </a:r>
            <a:endParaRPr lang="en-US" sz="780" dirty="0"/>
          </a:p>
        </p:txBody>
      </p:sp>
      <p:sp>
        <p:nvSpPr>
          <p:cNvPr id="30" name="Shape 24"/>
          <p:cNvSpPr/>
          <p:nvPr/>
        </p:nvSpPr>
        <p:spPr>
          <a:xfrm>
            <a:off x="274320" y="4151376"/>
            <a:ext cx="8577072" cy="768096"/>
          </a:xfrm>
          <a:prstGeom prst="rect">
            <a:avLst/>
          </a:prstGeom>
          <a:solidFill>
            <a:srgbClr val="1E2D3D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389120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4944" y="4197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OPTIONS pre-flight returns 204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94944" y="4480560"/>
            <a:ext cx="310896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0B7A84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49808" y="44988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-sv -X OPTIONS http://localhost/api/ 2&gt;&amp;1 | head -30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3913632" y="448056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HTTP/1.1 204 No Content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Access-Control-Allow-Origin: *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Access-Control-Allow-Methods: GET, POST, OPTIONS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8554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017  |  Proxy Headers &amp; CORS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Production  |  Common Mistakes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77072" cy="365760"/>
          </a:xfrm>
          <a:prstGeom prst="rect">
            <a:avLst/>
          </a:prstGeom>
          <a:solidFill>
            <a:srgbClr val="0B7A84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21024" y="8778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8577072" cy="365760"/>
          </a:xfrm>
          <a:prstGeom prst="rect">
            <a:avLst/>
          </a:prstGeom>
          <a:solidFill>
            <a:srgbClr val="1E2D3D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43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Access-Control-Allow-Origin: *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21024" y="124358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specific domain(s): https://app.example.com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47872" y="1188720"/>
            <a:ext cx="0" cy="365760"/>
          </a:xfrm>
          <a:prstGeom prst="line">
            <a:avLst/>
          </a:prstGeom>
          <a:noFill/>
          <a:ln w="6350">
            <a:solidFill>
              <a:srgbClr val="0B7A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54480"/>
            <a:ext cx="8577072" cy="365760"/>
          </a:xfrm>
          <a:prstGeom prst="rect">
            <a:avLst/>
          </a:prstGeom>
          <a:solidFill>
            <a:srgbClr val="182838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609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credentials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21024" y="160934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Allow-Credentials: true — but then * won't work; must name origin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47872" y="1554480"/>
            <a:ext cx="0" cy="365760"/>
          </a:xfrm>
          <a:prstGeom prst="line">
            <a:avLst/>
          </a:prstGeom>
          <a:noFill/>
          <a:ln w="6350">
            <a:solidFill>
              <a:srgbClr val="0B7A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20240"/>
            <a:ext cx="8577072" cy="365760"/>
          </a:xfrm>
          <a:prstGeom prst="rect">
            <a:avLst/>
          </a:prstGeom>
          <a:solidFill>
            <a:srgbClr val="1E2D3D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proxy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21024" y="197510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ALB/CloudFront: use set_real_ip_from to extract real client IP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47872" y="1920240"/>
            <a:ext cx="0" cy="365760"/>
          </a:xfrm>
          <a:prstGeom prst="line">
            <a:avLst/>
          </a:prstGeom>
          <a:noFill/>
          <a:ln w="6350">
            <a:solidFill>
              <a:srgbClr val="0B7A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86000"/>
            <a:ext cx="8577072" cy="365760"/>
          </a:xfrm>
          <a:prstGeom prst="rect">
            <a:avLst/>
          </a:prstGeom>
          <a:solidFill>
            <a:srgbClr val="182838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 in Nginx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21024" y="234086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handle in application middleware — more flexible per-route control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47872" y="2286000"/>
            <a:ext cx="0" cy="365760"/>
          </a:xfrm>
          <a:prstGeom prst="line">
            <a:avLst/>
          </a:prstGeom>
          <a:noFill/>
          <a:ln w="6350">
            <a:solidFill>
              <a:srgbClr val="0B7A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651760"/>
            <a:ext cx="8577072" cy="365760"/>
          </a:xfrm>
          <a:prstGeom prst="rect">
            <a:avLst/>
          </a:prstGeom>
          <a:solidFill>
            <a:srgbClr val="1E2D3D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pre-flight caching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21024" y="2706624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Access-Control-Max-Age: 86400 — cache pre-flight for 24h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47872" y="2651760"/>
            <a:ext cx="0" cy="365760"/>
          </a:xfrm>
          <a:prstGeom prst="line">
            <a:avLst/>
          </a:prstGeom>
          <a:noFill/>
          <a:ln w="6350">
            <a:solidFill>
              <a:srgbClr val="0B7A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1638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3192" y="3529584"/>
            <a:ext cx="1965960" cy="969264"/>
          </a:xfrm>
          <a:prstGeom prst="rect">
            <a:avLst/>
          </a:prstGeom>
          <a:solidFill>
            <a:srgbClr val="1E2D3D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62102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84632" y="393192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always on add_header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84632" y="418795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CORS headers only appear on 2xx. Browsers can't read error responses.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2523744" y="3529584"/>
            <a:ext cx="1965960" cy="969264"/>
          </a:xfrm>
          <a:prstGeom prst="rect">
            <a:avLst/>
          </a:prstGeom>
          <a:solidFill>
            <a:srgbClr val="1E2D3D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3621024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2615184" y="393192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* with credentials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2615184" y="418795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doesn't work when cookies/auth are involved. Must name the exact origin.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4654296" y="3529584"/>
            <a:ext cx="1965960" cy="969264"/>
          </a:xfrm>
          <a:prstGeom prst="rect">
            <a:avLst/>
          </a:prstGeom>
          <a:solidFill>
            <a:srgbClr val="1E2D3D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3621024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745736" y="393192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headers but no OPTIONS handler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4745736" y="418795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fails, real request never sends. Both are required.</a:t>
            </a:r>
            <a:endParaRPr lang="en-US" sz="780" dirty="0"/>
          </a:p>
        </p:txBody>
      </p:sp>
      <p:sp>
        <p:nvSpPr>
          <p:cNvPr id="42" name="Shape 37"/>
          <p:cNvSpPr/>
          <p:nvPr/>
        </p:nvSpPr>
        <p:spPr>
          <a:xfrm>
            <a:off x="6784848" y="3529584"/>
            <a:ext cx="1965960" cy="969264"/>
          </a:xfrm>
          <a:prstGeom prst="rect">
            <a:avLst/>
          </a:prstGeom>
          <a:solidFill>
            <a:srgbClr val="1E2D3D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3621024"/>
            <a:ext cx="274320" cy="27432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876288" y="393192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curl and calling it done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6876288" y="418795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doesn't enforce CORS. Always verify with actual response headers.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017 — Proxy Headers &amp; CORS</dc:title>
  <dc:subject>PptxGenJS Presentation</dc:subject>
  <dc:creator>PptxGenJS</dc:creator>
  <cp:lastModifiedBy>PptxGenJS</cp:lastModifiedBy>
  <cp:revision>1</cp:revision>
  <dcterms:created xsi:type="dcterms:W3CDTF">2026-03-30T06:54:25Z</dcterms:created>
  <dcterms:modified xsi:type="dcterms:W3CDTF">2026-03-30T06:54:25Z</dcterms:modified>
</cp:coreProperties>
</file>