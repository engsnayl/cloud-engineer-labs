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54864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640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5760" y="109728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&amp; Wrong File Paths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365760" y="3017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and fixing an Nginx HTTPS outage from scratch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" y="411480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1148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783080" y="411480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83080" y="41148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411480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0" y="41148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17720" y="411480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17720" y="41148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TLDR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happened?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2560320"/>
          </a:xfrm>
          <a:prstGeom prst="rect">
            <a:avLst/>
          </a:prstGeom>
          <a:solidFill>
            <a:srgbClr val="13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02336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417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filenames in config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96596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was told to look for wrong-cert.crt and wrong-key.key. Those names don't exist anywhere on the server. Nginx read its instructions, tried to find those files, found nothing, and refused to start.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234440"/>
            <a:ext cx="4023360" cy="2560320"/>
          </a:xfrm>
          <a:prstGeom prst="rect">
            <a:avLst/>
          </a:prstGeom>
          <a:solidFill>
            <a:srgbClr val="13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234440"/>
            <a:ext cx="402336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417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directory completely empty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46320" y="196596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/etc/nginx/ssl/ folder had no certificate files in it at all — not the wrong-named ones, not anything. There was nothing to fall back on. Both problems had to be fixed together.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65760" y="3931920"/>
            <a:ext cx="8321040" cy="8229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690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3950208"/>
            <a:ext cx="7589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Generate a new certificate, then correct the filenames in the config to point to it. Both done — Nginx starts and HTTPS is restored.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just been handed this ticket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321040" cy="2834640"/>
          </a:xfrm>
          <a:prstGeom prst="rect">
            <a:avLst/>
          </a:prstGeom>
          <a:solidFill>
            <a:srgbClr val="13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8321040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TICKET — HIGH SEVERITY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17190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Dashboard Unreachable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by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212140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alert — port 443 health check failing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52374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52374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refused on port 443. Service appears down.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known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29260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was working last week. No planned changes recorded.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32841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332841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1605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know what's broken yet. Start investigating.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&amp; 2 — Is Nginx running? Why not?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474720"/>
          </a:xfrm>
          <a:prstGeom prst="rect">
            <a:avLst/>
          </a:prstGeom>
          <a:solidFill>
            <a:srgbClr val="13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9844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9844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Check if Nginx is up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7830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nginx status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212848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Nginx is stopped.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 for any unreachable web server — check whether the process is running at all. If it's not started, the problem is before any network or certificate issue.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143000"/>
            <a:ext cx="4297680" cy="3474720"/>
          </a:xfrm>
          <a:prstGeom prst="rect">
            <a:avLst/>
          </a:prstGeom>
          <a:solidFill>
            <a:srgbClr val="13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9844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0368" y="12984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Run the config test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00600" y="1783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-t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00600" y="221284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cannot load certificate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"/etc/nginx/ssl/wrong-cert.crt"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00600" y="288036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-t validates the config without starting the server. The error tells you exactly what Nginx is looking for and can't find — the missing certificate file.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 &amp; 4 — Find the config, check what's on disk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566160"/>
          </a:xfrm>
          <a:prstGeom prst="rect">
            <a:avLst/>
          </a:prstGeom>
          <a:solidFill>
            <a:srgbClr val="13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9844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9844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Find which config references it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755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-r "wrong-cert.crt" /etc/nginx/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17627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/etc/nginx/sites-enabled/dashboard-ssl: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ssl_certificate ...wrong-cert.crt;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292608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gave you the filename. Use grep -r to search every config file for that string — it tells you exactly which file to open and which line to fix.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cat /etc/nginx/sites-enabled/dashboard-ssl to read the full config.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1143000"/>
            <a:ext cx="4297680" cy="3566160"/>
          </a:xfrm>
          <a:prstGeom prst="rect">
            <a:avLst/>
          </a:prstGeom>
          <a:solidFill>
            <a:srgbClr val="13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9844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2984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Check the SSL directory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00600" y="17556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 /etc/nginx/ssl/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800600" y="217627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Directory is empty.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certificate files at all.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800600" y="2761488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fixing the config, check what's actually on disk — maybe the right files exist under a different name.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case: nothing. The SSL directory is completely empty. There is nothing to inspect or salvage. We need to generate a new certificate from scratch.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Nginx need two files?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3291840"/>
          </a:xfrm>
          <a:prstGeom prst="rect">
            <a:avLst/>
          </a:prstGeom>
          <a:solidFill>
            <a:srgbClr val="13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37360" y="1371600"/>
            <a:ext cx="1188720" cy="11887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50876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651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server.crt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035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40156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the browser to prove who the server is. Contains the public key. Think of it as the padlock — it's shown to everyone.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1188720"/>
            <a:ext cx="4297680" cy="3291840"/>
          </a:xfrm>
          <a:prstGeom prst="rect">
            <a:avLst/>
          </a:prstGeom>
          <a:solidFill>
            <a:srgbClr val="13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1371600"/>
            <a:ext cx="1188720" cy="11887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08760"/>
            <a:ext cx="914400" cy="914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916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server.key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709160" y="3035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Private Key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754880" y="340156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on the server — never leaves. Used to decrypt traffic encrypted with the public key. Think of it as the only key that opens the padlock.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65760" y="4617720"/>
            <a:ext cx="8321040" cy="347472"/>
          </a:xfrm>
          <a:prstGeom prst="rect">
            <a:avLst/>
          </a:prstGeom>
          <a:solidFill>
            <a:srgbClr val="1A2F4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a matched pair — generated together. You cannot use one without the other. Both must exist for Nginx to start.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Generate a new self-signed certificate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321040" cy="822960"/>
          </a:xfrm>
          <a:prstGeom prst="rect">
            <a:avLst/>
          </a:prstGeom>
          <a:solidFill>
            <a:srgbClr val="0A1520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8046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openssl req -x509 -nodes -days 365 -newkey rsa:2048 -keyout /etc/nginx/ssl/server.key -out /etc/nginx/ssl/server.crt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8321040" cy="38404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 -x509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0" y="210312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self-signed certificate (not just a signing request)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83210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0545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-nodes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0" y="250545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passphrase on the private key — Nginx must start unattended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07792"/>
            <a:ext cx="8321040" cy="38404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077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-days 365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0" y="290779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valid for 365 days from today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10128"/>
            <a:ext cx="83210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101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-newkey rsa:2048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26080" y="3310128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new 2048-bit RSA key pair at the same 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12464"/>
            <a:ext cx="8321040" cy="38404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124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-keyout ...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26080" y="3712464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write the private key file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114800"/>
            <a:ext cx="83210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148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-out ...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26080" y="411480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write the certificate file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517136"/>
            <a:ext cx="8321040" cy="38404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1713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-subj (optional)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926080" y="451713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interactive prompts — useful in scripts; omit it to be guided through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certbot handles all of this automatically. You'd never type this from memory.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6 &amp; 7 — Fix the config, validate, start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321040" cy="1874520"/>
          </a:xfrm>
          <a:prstGeom prst="rect">
            <a:avLst/>
          </a:prstGeom>
          <a:solidFill>
            <a:srgbClr val="13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6187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6187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Fix the wrong filenames in the Nginx config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6916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-i 's|ssl_certificate /etc/nginx/ssl/wrong-cert.crt;|ssl_certificate /etc/nginx/ssl/server.crt;|' /etc/nginx/sites-enabled/dashboard-ssl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-i 's|ssl_certificate_key /etc/nginx/ssl/wrong-key.key;|ssl_certificate_key /etc/nginx/ssl/server.key;|' /etc/nginx/sites-enabled/dashboard-ssl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23957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open with vi and edit manually. sed -i finds and replaces in-place. We use | as the delimiter because the strings contain forward slashes.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3154680"/>
            <a:ext cx="8321040" cy="1600200"/>
          </a:xfrm>
          <a:prstGeom prst="rect">
            <a:avLst/>
          </a:prstGeom>
          <a:solidFill>
            <a:srgbClr val="13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7355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327355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Validate before starting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-t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2920" y="40416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syntax is ok / test is successful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2920" y="4343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before starting. A failed start with a broken config leaves the server completely down.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8–10 — Start Nginx and confirm HTTPS is working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321040" cy="1170432"/>
          </a:xfrm>
          <a:prstGeom prst="rect">
            <a:avLst/>
          </a:prstGeom>
          <a:solidFill>
            <a:srgbClr val="13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9844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28016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— Start Nginx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691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nginx start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199339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[ OK ]. In production you'd use systemctl start nginx + systemctl enable nginx to also make it start on boot.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2450592"/>
            <a:ext cx="8321040" cy="1170432"/>
          </a:xfrm>
          <a:prstGeom prst="rect">
            <a:avLst/>
          </a:prstGeom>
          <a:solidFill>
            <a:srgbClr val="13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254203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— Test HTTPS with curl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" y="29535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-sk https://localhost:443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02920" y="325526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-k skips certificate validation (needed for self-signed certs). You should see the dashboard HTML returned. Never use -k in production client code.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5760" y="3712464"/>
            <a:ext cx="8321040" cy="1170432"/>
          </a:xfrm>
          <a:prstGeom prst="rect">
            <a:avLst/>
          </a:prstGeom>
          <a:solidFill>
            <a:srgbClr val="13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2219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2688" y="380390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— Confirm cert validity dates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421538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openssl x509 -in /etc/nginx/ssl/server.crt -noout -dates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02920" y="451713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notBefore today and notAfter 365 days from now. This is your final proof the certificate is valid.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approach vs Production reality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321040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1887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11887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8321040" cy="50292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type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Self-signed (openssl)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6002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CA-signed: Let's Encrypt, DigiCert, AWS ACM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21408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214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1214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regeneration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2121408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via certbot or ACM auto-renewal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642616"/>
            <a:ext cx="8321040" cy="50292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4261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monitoring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264261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2642616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ssl_exporter, Datadog, cron + openssl x509 -checkend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163824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6382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Nginx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316382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nginx start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316382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start nginx + systemctl enable nginx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685032"/>
            <a:ext cx="8321040" cy="50292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850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permissions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3685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defaults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368503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600 server.key, owned by root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206240"/>
            <a:ext cx="8321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06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storage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34640" y="4206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file on disk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42062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Manager, HashiCorp Vault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from this lab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321040" cy="694944"/>
          </a:xfrm>
          <a:prstGeom prst="rect">
            <a:avLst/>
          </a:prstGeom>
          <a:solidFill>
            <a:srgbClr val="132233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307592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" y="1330452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4358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error output carefully — it's a map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5361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-t tells you the missing filename. grep -r lets you find which config references it. Use the error as your search term.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1956816"/>
            <a:ext cx="8321040" cy="694944"/>
          </a:xfrm>
          <a:prstGeom prst="rect">
            <a:avLst/>
          </a:prstGeom>
          <a:solidFill>
            <a:srgbClr val="132233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" y="2075688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2098548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0116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needs both cert and key as a matched pair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05840" y="230428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(.crt) is sent to the browser. The private key (.key) stays on the server. One without the other is useless — Nginx won't start.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724912"/>
            <a:ext cx="8321040" cy="694944"/>
          </a:xfrm>
          <a:prstGeom prst="rect">
            <a:avLst/>
          </a:prstGeom>
          <a:solidFill>
            <a:srgbClr val="132233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38912" y="2843784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" y="2866644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277977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order matters — generate files first, then fix config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05840" y="307238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 can point to the right names, but if the files don't exist yet, nginx -t still fails. Generate first, then update the paths.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493008"/>
            <a:ext cx="8321040" cy="694944"/>
          </a:xfrm>
          <a:prstGeom prst="rect">
            <a:avLst/>
          </a:prstGeom>
          <a:solidFill>
            <a:srgbClr val="132233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38912" y="3611880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" y="3634740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54787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with nginx -t before starting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05840" y="38404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config causes a failed start which takes HTTPS completely down. Validate first — it costs nothing and catches everything.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65760" y="4261104"/>
            <a:ext cx="8321040" cy="694944"/>
          </a:xfrm>
          <a:prstGeom prst="rect">
            <a:avLst/>
          </a:prstGeom>
          <a:solidFill>
            <a:srgbClr val="132233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38912" y="4379976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" y="4402836"/>
            <a:ext cx="338328" cy="33832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431596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expiry is one of the most common production outages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005840" y="460857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expiry dates. In production, certbot or ACM handles renewal automatically. Never let a certificate expire silently.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14 — SSL Certificate Expired &amp; Wrong File Paths</dc:title>
  <dc:subject>PptxGenJS Presentation</dc:subject>
  <dc:creator>Cloud Engineer Labs</dc:creator>
  <cp:lastModifiedBy>Cloud Engineer Labs</cp:lastModifiedBy>
  <cp:revision>1</cp:revision>
  <dcterms:created xsi:type="dcterms:W3CDTF">2026-03-27T16:28:45Z</dcterms:created>
  <dcterms:modified xsi:type="dcterms:W3CDTF">2026-03-27T16:28:45Z</dcterms:modified>
</cp:coreProperties>
</file>