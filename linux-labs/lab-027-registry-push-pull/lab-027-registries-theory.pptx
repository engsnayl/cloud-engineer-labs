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Registries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Pushing, Pulling &amp; The localhost Trap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037 — Theory Walkthrough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Docker Image?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package containing everything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run your application: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 code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dependencies &amp; libraries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operating system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 Dockerfile, one instruction at a time.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instruction creates a layer.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0" y="1280160"/>
            <a:ext cx="3291840" cy="45720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0" y="1280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python3 /app.py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03520" y="1828800"/>
            <a:ext cx="3291840" cy="457200"/>
          </a:xfrm>
          <a:prstGeom prst="rect">
            <a:avLst/>
          </a:prstGeom>
          <a:solidFill>
            <a:srgbClr val="38BD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/app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2377440"/>
            <a:ext cx="3291840" cy="457200"/>
          </a:xfrm>
          <a:prstGeom prst="rect">
            <a:avLst/>
          </a:prstGeom>
          <a:solidFill>
            <a:srgbClr val="7DD3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0" y="2377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flask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2926080"/>
            <a:ext cx="3291840" cy="457200"/>
          </a:xfrm>
          <a:prstGeom prst="rect">
            <a:avLst/>
          </a:prstGeom>
          <a:solidFill>
            <a:srgbClr val="BAE6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0" y="2926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3520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Layers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32520" y="1280160"/>
            <a:ext cx="0" cy="210312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stack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→ top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Registry?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that stores and serves Docker images.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 A glorified file server with an API.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468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11680"/>
            <a:ext cx="246888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Hub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public registry.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pull nginx goes here.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public images.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468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2011680"/>
            <a:ext cx="246888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240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Registries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ECR, Azure ACR, GCP GCR.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you'd use at Tandem.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authenticated.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2011680"/>
            <a:ext cx="2468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2011680"/>
            <a:ext cx="24688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240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Self-Hosted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own with registry:2.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what this lab uses.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localhost:5000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Tags Are Addresses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tag tells Docker WHERE to push the image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54864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[registry-address/]  [repository-name]  [:tag]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768096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What you type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 Docker pushes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myapp:latest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Hub (default)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localhost:5000/myapp:latest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 registry on port 5000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123456.dkr.ecr.eu-west-2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.amazonaws.com/myapp:v1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 ECR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2377440"/>
            <a:ext cx="768096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774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type                                                Where Docker pushes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registry in the tag  →  Docker assumes Docker Hub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tag Is Just a Label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creates a new pointer to the same image data.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copying. No duplicating layers. Just a new name.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926080" y="2560320"/>
            <a:ext cx="3291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26080" y="2560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ID: 948790de872b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(150MB of actual data)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myapp:latest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0" y="2240280"/>
            <a:ext cx="0" cy="32004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2011680"/>
            <a:ext cx="31089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localhost:5000/myapp:latest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468880"/>
            <a:ext cx="0" cy="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myapp:latest localhost:5000/myapp:latest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Push &amp; Pull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push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tag → extract registry address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Contact registry API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 which layers registry already has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Upload missing layers one by 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Send manifest (describes the image)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Receive digest (SHA256 fingerprint)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188720"/>
            <a:ext cx="40233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325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pull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tag → extract registry address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Contact registry, request manifest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 which layers exist locally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Download only missing layers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Assemble image from layers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Image ready to run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are cached and shared — second push/pull is always faster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localhost Trap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word. Completely different meaning.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22860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localhost:5000/...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through Docker socket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Docker daemon on the HOST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HOST's localhost = registry ✓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CLI → socket → daemon → network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931920" cy="22860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http://localhost:5000/...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21945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the container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Container's own network stack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Container's localhost = itself ✗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refused — nothing on :5000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inside a container  =  that container only, NOT the host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Registry API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registries expose a simple HTTP API.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query them with curl.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73152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images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/v2/_catalog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{"repositories":["myapp","webapp"]}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26080"/>
            <a:ext cx="73152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tags for an image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/v2/myapp/tags/list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5204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{"name":"myapp","tags":["latest","v1"]}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the validation script checks — curling the catalog to verify your image made it in.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Real World — ECR at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pattern, different address. Plus authentication.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ecr get-login-password | docker login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--username AWS --password-stdin &lt;ecr-url&gt;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9260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myapp:latest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123456.dkr.ecr.eu-west-2.amazonaws.com/myapp:v1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70332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886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123456.dkr.ecr.eu-west-2.amazonaws.com/myapp:v1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CI/CD, this happens automatically in your pipeline — not from your terminal.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tags are addresses — the registry prefix tells Docker where to push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tag creates a pointer, not a copy — layers are shared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registry in the tag → Docker assumes Docker Hub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inside a container ≠ localhost on the host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CLI talks to the daemon via the socket, not the container's network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works everywhere: local registry, ECR, Docker Hub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Registries — The Full Picture</dc:title>
  <dc:subject>PptxGenJS Presentation</dc:subject>
  <dc:creator>Stephen</dc:creator>
  <cp:lastModifiedBy>Stephen</cp:lastModifiedBy>
  <cp:revision>1</cp:revision>
  <dcterms:created xsi:type="dcterms:W3CDTF">2026-03-02T14:38:59Z</dcterms:created>
  <dcterms:modified xsi:type="dcterms:W3CDTF">2026-03-02T14:38:59Z</dcterms:modified>
</cp:coreProperties>
</file>