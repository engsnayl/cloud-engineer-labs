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0972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20700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Docker Builds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shrink your images from 1GB to 13MB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035 — Cloud Engineer Labs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Single-Stage Builds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54864" cy="2926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Bloated Dockerfile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002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golang:1.21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go build -o server main.go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["./server"]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 ~1.14 GB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that 1.14 GB?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691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compiler &amp; toolchain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1874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at runtime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21305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Debian operating system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23134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packages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25694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standard library source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2752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its own Dockerfiles!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0" y="30083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source code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31912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compiled into binary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0" y="3447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compiled binary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0" y="3630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~7MB — the only thing needed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the image is build tools you no longer need.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Concept: Two Separate Stages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474720" cy="31089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34747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1: Build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Uses the full Go image (~800MB)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Job: compile your code into a binary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Contains: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Go compiler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Debian OS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Your source code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  The compiled binary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</a:rPr>
              <a:t>This entire stage gets thrown away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377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2880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846320" y="1097280"/>
            <a:ext cx="3840480" cy="31089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2: Run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120640" y="16459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Uses Alpine Linux (~5MB)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Job: run the compiled binary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Contains: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  Alpine Linux (tiny OS)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  curl (for health checks)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  The compiled binary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This is your final image: ~13MB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final stage becomes the image. Stage 1 is temporary.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Fixed Dockerfile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9728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Build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golang:1.21 AS builder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CGO_ENABLED=0 go build \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-o server main.go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2: Run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alpine:3.18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apk add --no-cache curl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\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/app/server /server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["/server"]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54864" cy="5486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8" name="Text 5"/>
          <p:cNvSpPr/>
          <p:nvPr/>
        </p:nvSpPr>
        <p:spPr>
          <a:xfrm>
            <a:off x="4983480" y="1051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builder names this stage 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can copy from 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874520"/>
            <a:ext cx="54864" cy="5486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874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CGO_ENABLED=0 makes the binary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self-contained (no C libraries)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834640"/>
            <a:ext cx="54864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alpine:3.18 starts fresh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clean 5MB image, not layered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Stage 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56616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--from=builder reaches 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Stage 1 and grabs only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binary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Line That Makes It 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 --from=builder  /app/server  /server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2011680" cy="1828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103120"/>
            <a:ext cx="201168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instruction to copy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into the image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51760" y="2103120"/>
            <a:ext cx="2011680" cy="1828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51760" y="2103120"/>
            <a:ext cx="201168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3" name="Text 10"/>
          <p:cNvSpPr/>
          <p:nvPr/>
        </p:nvSpPr>
        <p:spPr>
          <a:xfrm>
            <a:off x="278892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--from=builder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78892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copy from the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reach back 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named 'builder'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2103120"/>
            <a:ext cx="2011680" cy="1828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2103120"/>
            <a:ext cx="20116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498348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/app/server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8348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of the compiled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inside Stage 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40880" y="2103120"/>
            <a:ext cx="2011680" cy="1828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040880" y="2103120"/>
            <a:ext cx="20116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717804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/server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17804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put it in this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(final) image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from Stage 1 — the compiler, OS, source code — is permanently left behind.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CGO_ENABLED=0 Matters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002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binary may link to C libraries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Those C libraries exist in Debian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(the golang image) but NOT in Alpine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Result: the binary is right there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but you get a "not found" error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One of the most confusing errors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you'll ever see in Docker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CGO_ENABLED=0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6002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binary is statically linked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It has zero external dependencies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— everything is baked into the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single binary file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Result: runs on any Linux,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regardless of what's installed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This is what makes Alpine and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even scratch possible as base images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71600" y="4114800"/>
            <a:ext cx="6400800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4114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CGO_ENABLED=0 go build -o server main.go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Size Difference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Single-stage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1.14 GB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Multi-stage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82296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MB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1920240" cy="9144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~99%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reduction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06040" y="3794760"/>
            <a:ext cx="1920240" cy="9144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60604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60604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deploy times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3794760"/>
            <a:ext cx="1920240" cy="9144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5488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75488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3794760"/>
            <a:ext cx="1920240" cy="9144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0372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0372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costs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Alpine Linux: The Trade-Offs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is tiny (~5MB) but deliberately minimal. It doesn't include tools you might expect.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931920" cy="25603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by default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965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curl — HTTP requests &amp; testing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bash — only sh is available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git — version control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Most common Linux utilities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54864" cy="2560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included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1965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wget — lighter alternative to curl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sh — basic shell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apk — package manager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Basic filesystem tools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install anything:   apk add --no-cache &lt;package&gt;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CGO_ENABLED=0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353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links to C libs that don't exist in Alpine — cryptic "not found" error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78308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/app/ instead of /app/server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130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and build artifacts end up in the final image — defeats the purpose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56032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golang as the runtime base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Go toolchain stays in the final image — no size reduction at all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33756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383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publishing ports (-p 8080:8080)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3685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only reachable from inside the container — external tools can't connect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411480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:latest instead of pinned versions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4462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can break unpredictably when upstream images change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3886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Builds in the Real World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10312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(Build)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949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(Run)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 image → compile binary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9496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or scratch (binary only)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1A274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10312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Maven/Gradle → build JAR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9496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JRE-slim (no compiler needed)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10312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image → npm install &amp; build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node-slim (no dev dependencies)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1A274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10312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image → pip install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9496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python-slim (no build tools)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base image options (most to least minimal):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scratch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10312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MB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108960" y="3931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empty — binary only, no shell, no tools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alpine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10312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MB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108960" y="4251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Linux with shell and package manager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distroless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103120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MB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108960" y="4572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images — runtime only, no shell (great for security)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457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937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0" y="202996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91" y="2073859"/>
            <a:ext cx="204826" cy="204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separate building from running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371600" y="246888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91" y="2512771"/>
            <a:ext cx="204826" cy="2048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24505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--from=builder bridges stages — copy only what you need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1371600" y="290779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91" y="2951683"/>
            <a:ext cx="204826" cy="2048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28800" y="288950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CGO_ENABLED=0 makes Go binaries portable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1371600" y="334670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491" y="3390595"/>
            <a:ext cx="204826" cy="2048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28800" y="33284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is tiny but needs packages installed explicitly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1371600" y="378561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491" y="3829507"/>
            <a:ext cx="204826" cy="20482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828800" y="37673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pin image versions — never use :latest in production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1371600" y="422452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491" y="4268419"/>
            <a:ext cx="204826" cy="20482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82880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old images regularly with docker system prune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035 — Multi-Stage Build Optimisation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Multi-Stage Docker Builds</dc:title>
  <dc:subject>PptxGenJS Presentation</dc:subject>
  <dc:creator>Stephen</dc:creator>
  <cp:lastModifiedBy>Stephen</cp:lastModifiedBy>
  <cp:revision>1</cp:revision>
  <dcterms:created xsi:type="dcterms:W3CDTF">2026-03-06T17:48:28Z</dcterms:created>
  <dcterms:modified xsi:type="dcterms:W3CDTF">2026-03-06T17:48:28Z</dcterms:modified>
</cp:coreProperties>
</file>