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5B0"/>
                </a:solidFill>
              </a:rPr>
              <a:t>cloud-engineer-labs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4A5B0"/>
                </a:solidFill>
              </a:rPr>
              <a:t>Lab 010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Log Rotation Broken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11480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A8"/>
                </a:solidFill>
              </a:rPr>
              <a:t>Linux  •  logrotate  •  /etc/logrotate.d  •  Disk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8412480" cy="1600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5B0"/>
                </a:solidFill>
              </a:rPr>
              <a:t>What you'll learn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→  Diagnose why logrotate is silently failing using its built-in dry-run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→  Identify and fix a path mismatch and a syntax error in a logrotate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</a:rPr>
              <a:t>→  Force an immediate log rotation to recover from runaway log file growth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What's Actually Wrong — Plain English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6858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Think of logrotate as a bin that empties itself automatically. The bin exists, the schedule exists — but it's looking in the wrong room, and the instructions sheet has a typo. Nothing gets emptied.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2316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27" y="2527767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2423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Bug 1 — Wrong Path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990088"/>
            <a:ext cx="3794760" cy="2743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06324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Config targets /var/log/application/*.log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Actual logs live in /var/log/app/*.log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One folder name difference — logrotate finds nothing and silently moves 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33172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42316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927" y="2527767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2423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Bug 2 — Syntax Error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46320" y="2990088"/>
            <a:ext cx="3794760" cy="2743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306324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The configuration block opens with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but there is no closing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</a:rPr>
              <a:t>Even with the right path, logrotate rejects the entire config file.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The Investigative Pathway — How to Arrive at This Ticket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1609344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489" y="1701881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1016" y="1600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Check the damage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71016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How large are the files?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090672" y="15087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90672" y="1508760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1508760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529584" y="1609344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121" y="1701881"/>
            <a:ext cx="235549" cy="23554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41648" y="1600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Read the config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41648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Does a logrotate config exist?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861304" y="150876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61304" y="1508760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61304" y="1508760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300216" y="1609344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753" y="1701881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16002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Dry-run to confirm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812280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Let logrotate report its own errors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20040" y="2807208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2807208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2807208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58952" y="2907792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89" y="3000329"/>
            <a:ext cx="235549" cy="23554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71016" y="2898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Fix both bugs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271016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Path and missing brace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090672" y="2807208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090672" y="2807208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090672" y="2807208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3529584" y="2907792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121" y="3000329"/>
            <a:ext cx="235549" cy="235549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041648" y="2898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Validate the fix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041648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Dry-run again before applying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5861304" y="2807208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861304" y="2807208"/>
            <a:ext cx="347472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861304" y="2807208"/>
            <a:ext cx="347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5B0"/>
                </a:solidFill>
              </a:rPr>
              <a:t>6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300216" y="2907792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753" y="3000329"/>
            <a:ext cx="235549" cy="235549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812280" y="28986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Force rotation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6812280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7"/>
                </a:solidFill>
              </a:rPr>
              <a:t>Clean up the backlog now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The Commands — What Each Part Does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3200400" cy="384048"/>
          </a:xfrm>
          <a:prstGeom prst="rect">
            <a:avLst/>
          </a:prstGeom>
          <a:solidFill>
            <a:srgbClr val="111D2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544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-sh /var/log/app/*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11880" y="192024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9202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74920" y="192024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Disk Usage — reports how much space files are using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208026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08026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4920" y="20802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Summarise — one total per item, not every sub-item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11880" y="224028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224028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74920" y="22402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Human-readable — KB/MB/GB instead of raw bytes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11880" y="240030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240030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/var/log/app/*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74920" y="240030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Wildcard — every file inside this directory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3200400" cy="384048"/>
          </a:xfrm>
          <a:prstGeom prst="rect">
            <a:avLst/>
          </a:prstGeom>
          <a:solidFill>
            <a:srgbClr val="111D2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74320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logrotate -d /etc/logrotate.d/app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11880" y="310896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310896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logrotate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74920" y="310896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The log rotation tool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11880" y="326898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26898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4920" y="32689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Debug/dry-run — show what would happen, touch nothing, report errors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342900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0168" y="342900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/etc/logrotate.d/app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74920" y="342900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The specific config file to test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858768"/>
            <a:ext cx="3200400" cy="384048"/>
          </a:xfrm>
          <a:prstGeom prst="rect">
            <a:avLst/>
          </a:prstGeom>
          <a:solidFill>
            <a:srgbClr val="111D2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93192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logrotate -f /etc/logrotate.d/app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11880" y="429768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429768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logrotate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74920" y="4297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The log rotation tool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11880" y="445770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0168" y="445770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74920" y="445770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Force — rotate right now regardless of schedule or size threshold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11880" y="4617720"/>
            <a:ext cx="1371600" cy="14630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461772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/etc/logrotate.d/app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74920" y="461772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455"/>
                </a:solidFill>
              </a:rPr>
              <a:t>The config file to use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Spot the Bugs — Reading the Broken Config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Broken config — cat /etc/logrotate.d/app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023360" cy="2331720"/>
          </a:xfrm>
          <a:prstGeom prst="rect">
            <a:avLst/>
          </a:prstGeom>
          <a:solidFill>
            <a:srgbClr val="111D2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</a:t>
            </a:r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/*.log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rotate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missingok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notifempty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 10M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← missing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4206240" cy="6858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11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Bug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17720" y="2093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Wrong folder name: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application  →  app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3337560"/>
            <a:ext cx="4206240" cy="6858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3741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Bug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7720" y="35570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Config block never closed.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Missing closing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697480"/>
            <a:ext cx="4206240" cy="548640"/>
          </a:xfrm>
          <a:prstGeom prst="rect">
            <a:avLst/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761488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6491" y="2845979"/>
            <a:ext cx="215067" cy="21506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47488" y="2715768"/>
            <a:ext cx="3547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4400"/>
                </a:solidFill>
              </a:rPr>
              <a:t>missingok means logrotate won't warn you if the path matches nothing — logs just silently keep growing.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logrotate -d — Your Diagnostic Tool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455"/>
                </a:solidFill>
              </a:rPr>
              <a:t>Always run -d before -f. It validates the config and shows errors without touching any files.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160520" cy="2560320"/>
          </a:xfrm>
          <a:prstGeom prst="rect">
            <a:avLst/>
          </a:prstGeom>
          <a:solidFill>
            <a:srgbClr val="111D2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20240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 fix — errors reported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/etc/logrotate.d/app:9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unexpected text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files found matching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/var/log/application/*.log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2560320"/>
          </a:xfrm>
          <a:prstGeom prst="rect">
            <a:avLst/>
          </a:prstGeom>
          <a:solidFill>
            <a:srgbClr val="111D26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920240"/>
            <a:ext cx="416052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 fix — rotation planned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rotating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/var/log/app/app.log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rotating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/var/log/app/access.log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rotating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/var/log/app/error.log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8503920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57200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A5B0"/>
                </a:solidFill>
              </a:rPr>
              <a:t>Rule: dry-run with -d first → confirm the plan → apply with -f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The Fixed Config — What Each Directive Does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3474720" cy="2606040"/>
          </a:xfrm>
          <a:prstGeom prst="rect">
            <a:avLst/>
          </a:prstGeom>
          <a:solidFill>
            <a:srgbClr val="111D2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54480"/>
            <a:ext cx="3255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/var/log/app/*.log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rotate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missingok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notifempty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 10M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481328"/>
            <a:ext cx="4846320" cy="347472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48132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14813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40680" y="1481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Check log files once per day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77640" y="1847088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84708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8470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 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0680" y="1847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Keep up to 5 old rotated copies, then delete the oldest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77640" y="2212848"/>
            <a:ext cx="4846320" cy="347472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21284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21284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Compress rotated files with gzip to save disk space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2578608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257860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0792" y="257860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missingok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4068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Don't error if a log file doesn't exist — skip 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77640" y="2944368"/>
            <a:ext cx="4846320" cy="347472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94436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0792" y="294436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notifempty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Skip rotation if the file is completely empty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77640" y="3310128"/>
            <a:ext cx="4846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331012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31012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10M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3310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Only rotate files larger than 10MB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77640" y="3675888"/>
            <a:ext cx="4846320" cy="347472"/>
          </a:xfrm>
          <a:prstGeom prst="rect">
            <a:avLst/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3675888"/>
            <a:ext cx="1371600" cy="347472"/>
          </a:xfrm>
          <a:prstGeom prst="rect">
            <a:avLst/>
          </a:prstGeom>
          <a:solidFill>
            <a:srgbClr val="111D26"/>
          </a:solidFill>
          <a:ln w="12700">
            <a:solidFill>
              <a:srgbClr val="111D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367588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Closes the configuration block — 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Key Concepts to Take Away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59105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169" y="1683593"/>
            <a:ext cx="235549" cy="2355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96696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-d is your safety net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96696" y="1901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Always dry-run a logrotate config before applying it. It validates syntax, checks paths, and shows the rotation plan — without touching a single file.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148132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481328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82312" y="1591056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849" y="1683593"/>
            <a:ext cx="235549" cy="2355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94376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-f forces immediate rotation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294376" y="1901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Use it for emergency cleanup and for testing. Fixing the config alone doesn't shrink existing oversized files — you must trigger a rotation.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2651760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2651760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4632" y="2761488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" y="2854025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6696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Path accuracy is everything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96696" y="3072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A typo in the log path fails silently with missingok. No warning, no error — logs just keep growing forever. Always verify the path exists.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617720" y="2651760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17720" y="2651760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82312" y="2761488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849" y="2854025"/>
            <a:ext cx="235549" cy="23554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94376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Braces must match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294376" y="30723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An opening { without a closing } is a hard syntax error. Logrotate rejects the entire config file, even if everything else is correct.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0040" y="3822192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0040" y="3822192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4632" y="393192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69" y="4024457"/>
            <a:ext cx="235549" cy="235549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6696" y="3895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Containers don't auto-schedule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996696" y="42428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Docker containers don't have cron or systemd timers by default. On real servers logrotate runs via /etc/cron.daily. Always verify the trigger exists.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617720" y="3822192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617720" y="3822192"/>
            <a:ext cx="91440" cy="10241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782312" y="3931920"/>
            <a:ext cx="420624" cy="42062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4849" y="4024457"/>
            <a:ext cx="235549" cy="23554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94376" y="3895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Rotation is preventive maintenance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5294376" y="42428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455"/>
                </a:solidFill>
              </a:rPr>
              <a:t>Unmanaged log files will eventually fill the disk. A full disk can crash your application, your database, or the entire server.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A8"/>
                </a:solidFill>
              </a:rPr>
              <a:t>Lab 010 — Log Rotation Broken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cloud-engineer-labs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Common Mistakes to Avoid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Fixing only one bug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Both the path and the missing brace must be fixed. The dry-run catches either. Fix one and the config still fails.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9696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3969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85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Skipping the force rotation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4414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The fixed config prevents future growth — it doesn't clean up existing oversized files. Always follow with logrotate -f.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98064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9806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843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Jumping straight to -f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30998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Forcing rotation with a still-broken config wastes time. Always dry-run with -d first, confirm the plan, then apply.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56432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5643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Trusting missingok silence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7581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missingok doesn't warn you when no files match. A path typo looks identical to a clean run. Always verify with -d.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14800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1148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Assuming auto-scheduling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441655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</a:rPr>
              <a:t>Logrotate doesn't schedule itself. Containers and minimal installs often have no cron job. Verify the trigger exists.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A8"/>
                </a:solidFill>
              </a:rPr>
              <a:t>logrotate  •  /etc/logrotate.d  •  -d dry-run  •  -f force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010 — Log Rotation Broken</dc:title>
  <dc:subject>PptxGenJS Presentation</dc:subject>
  <dc:creator>PptxGenJS</dc:creator>
  <cp:lastModifiedBy>PptxGenJS</cp:lastModifiedBy>
  <cp:revision>1</cp:revision>
  <dcterms:created xsi:type="dcterms:W3CDTF">2026-03-27T07:36:37Z</dcterms:created>
  <dcterms:modified xsi:type="dcterms:W3CDTF">2026-03-27T07:36:37Z</dcterms:modified>
</cp:coreProperties>
</file>