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028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Script Debugging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Diagnosing a silently failing health check script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16459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4" y="179222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389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Engineer Labs  —  Docker Phase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9728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15544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health check script hasn't been generating reports. It runs via cron but nothing is being produced.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Please investigate and fix.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know: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location: /opt/scripts/healthcheck.sh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Supposed to run hourly via cron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directory /var/reports/ exists but is empty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error emails from cron — script appears to succeed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Move: Run It Manually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1234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bash -x /opt/scripts/healthcheck.sh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388620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85800" y="2423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4963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bash -x shows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85800" y="2880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line as it executes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variable values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that crash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point of failure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800600" y="2286000"/>
            <a:ext cx="3886200" cy="219456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029200" y="24231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249631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3212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doesn't show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029200" y="288036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bugs (wrong values)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Time-bomb conditions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best practices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that only trigger sometimes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-x catches crashes. Reading catches logic bugs.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1: Spaces in Variable Assignment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93192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 = $(hostname)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417320"/>
            <a:ext cx="3931920" cy="64008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0" name="Text 7"/>
          <p:cNvSpPr/>
          <p:nvPr/>
        </p:nvSpPr>
        <p:spPr>
          <a:xfrm>
            <a:off x="4983480" y="14630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HOSTNAME=$(hostname)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377440"/>
            <a:ext cx="8229600" cy="23774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1520" y="2514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Bash actually sees: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292608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spaces: Run command called HOSTNAME with = and value as arguments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spaces: Assign the output of hostname to variable HOSTNAME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#1 Bash gotcha for people from other languages. In Python/JS, spaces around = are normal. In Bash, they change the meaning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2: No Error Handling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errored on line 10 but carried on anyway. Why?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600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-euo pipefail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423160"/>
            <a:ext cx="25603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008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on any non-zero exit code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91840" y="2423160"/>
            <a:ext cx="25603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47472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-u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on undefined variables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2423160"/>
            <a:ext cx="25603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 pipefail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failures inside pipes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069080"/>
            <a:ext cx="8229600" cy="8229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this, Bash is a silent failure machine. Every production script needs it on line 2.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3 &amp; 4: Quoting and grep Trap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15544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73152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3: Unquoted Variables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46304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$usage -gt 90 ]  →  breaks if $usage is empty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[ "$usage" -gt 90 ]  →  handles empty values safely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quote variables inside test brackets. This is the single most important Bash habit.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834640"/>
            <a:ext cx="73152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4: grep Returns 1 on No Match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29184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found 1 error this time — so it returned 0 and the script survived.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good day with zero errors, grep returns 1. set -e kills the script.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 error_count=$(grep -c "ERROR" "$LOG_DIR/app.log" || true)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|| true  =  "if this command fails, return 0 instead — that is OK"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5-7: Log Rotation Triple Fix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$LOG_DIR -name "*.log" -mtime +30 -delete -print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"$LOG_DIR" -name "*.log" -mtime +"$MAX_LOG_AGE_DAYS" -print -delete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2" name="Shape 9"/>
          <p:cNvSpPr/>
          <p:nvPr/>
        </p:nvSpPr>
        <p:spPr>
          <a:xfrm>
            <a:off x="640080" y="32186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188720" y="3154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+30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33832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MAX_LOG_AGE_DAYS=7 exists but find uses +30. Config variable is ignored.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" y="39044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640080" y="3904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188720" y="3840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-delete before -print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40690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actions run left-to-right. Delete first = nothing logged. Swap to -print -delete.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4480560"/>
            <a:ext cx="8229600" cy="5943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2" name="Shape 19"/>
          <p:cNvSpPr/>
          <p:nvPr/>
        </p:nvSpPr>
        <p:spPr>
          <a:xfrm>
            <a:off x="640080" y="4590288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640080" y="4590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188720" y="4526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Unquoted $LOG_DIR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188720" y="4754880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Paths with spaces break without quotes. Always: "$LOG_DIR"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8: local Masks Return Values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by shellcheck (SC2155), not by running the script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7830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usage=$(df / | tail -1 | awk '{print $5}' | tr -d '%')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743200"/>
            <a:ext cx="8229600" cy="82296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7889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usage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usage=$(df / | tail -1 | awk '{print $5}' | tr -d '%')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840480"/>
            <a:ext cx="8229600" cy="10058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31520" y="397764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always returns 0. Combined with $(command) on one line, it overwrites the command's exit code. If the command fails, you'd never know. Split them so set -e can catch failures.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9: Exit Code + Full Summary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0515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has no exit code — cron and monitoring can't tell if warnings were found. Fix: track WARNING_FLAG=0, set to 1 on thresholds, end with exit "$WARNING_FLAG".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2057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9 Bugs: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926080"/>
                <a:gridCol w="4846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12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 in assignment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HOSTNAME=$(hostname)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set -euo pipefail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after shebang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Unquoted variables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Quote: "$usage"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grep exit code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|| true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Hardcoded +30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+"$MAX_LOG_AGE_DAYS"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-delete before -print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Swap to -print -delete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Unquoted $LOG_DIR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Quote: "$LOG_DIR"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masks returns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local and assignment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74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exit code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"$WARNING_FLAG"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200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051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1247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051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-euo pipefail on every production script — Bash swallows errors by default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64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169164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quote variables — "$VAR" prevents word splitting and empty-string errors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048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-x for crashes, reading for logic — debug tools have limits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29718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0449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05840" y="2971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grep returns 1 on no match — use || true to prevent set -e killing the script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3611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" y="36850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05840" y="36118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action order matters — -print -delete, not -delete -print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57200" y="4251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325112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100584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shellcheck catches what you miss — run it on every script, add it to CI</a:t>
            </a:r>
            <a:endParaRPr lang="en-US" sz="1400" dirty="0"/>
          </a:p>
        </p:txBody>
      </p:sp>
      <p:sp>
        <p:nvSpPr>
          <p:cNvPr id="24" name="Text 15"/>
          <p:cNvSpPr/>
          <p:nvPr/>
        </p:nvSpPr>
        <p:spPr>
          <a:xfrm>
            <a:off x="457200" y="4572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028  —  Cloud Engineer Labs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028 — Bash Script Debugging</dc:title>
  <dc:subject>PptxGenJS Presentation</dc:subject>
  <dc:creator>Stephen Naylor</dc:creator>
  <cp:lastModifiedBy>Stephen Naylor</cp:lastModifiedBy>
  <cp:revision>1</cp:revision>
  <dcterms:created xsi:type="dcterms:W3CDTF">2026-03-31T07:45:21Z</dcterms:created>
  <dcterms:modified xsi:type="dcterms:W3CDTF">2026-03-31T07:45:21Z</dcterms:modified>
</cp:coreProperties>
</file>