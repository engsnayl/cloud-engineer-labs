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 ·  docker-004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Image Size Matters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just about disk space. Four real-world costs.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23360" cy="146304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137160" cy="14630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⏱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08760" y="1874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time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2860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pod that starts has to pull the image first. Slow pulls = slow deploys, slow auto-scaling, slow recovery.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4023360" cy="146304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91640"/>
            <a:ext cx="137160" cy="14630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💾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715000" y="1874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cost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0" y="22860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Registries charge per GB. Cluster nodes need disk for every image they cache. Multiply by environments and regions.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4023360" cy="146304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37560"/>
            <a:ext cx="137160" cy="14630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20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🛡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508760" y="3520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surface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39319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binary, every library, every package — potential CVE. Smaller image, less to scan, less to patch.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337560"/>
            <a:ext cx="4023360" cy="146304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337560"/>
            <a:ext cx="137160" cy="146304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520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💸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715000" y="3520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bills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5000" y="39319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pulls, CI/CD downloads, image scanning. Cloud egress costs scale with image size.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 ·  docker-004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Base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Python app. Four different bases. Order-of-magnitude size difference.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python:3.11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1000 MB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08960" y="1737360"/>
            <a:ext cx="5486400" cy="320040"/>
          </a:xfrm>
          <a:prstGeom prst="rect">
            <a:avLst/>
          </a:prstGeom>
          <a:solidFill>
            <a:srgbClr val="8B4A3F"/>
          </a:solidFill>
          <a:ln w="12700">
            <a:solidFill>
              <a:srgbClr val="8B4A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2075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OS + tooling.  Easy to debug, slow everywhere else.  Default tutorial choice.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python:3.11-slim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150 MB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2450592"/>
            <a:ext cx="853440" cy="320040"/>
          </a:xfrm>
          <a:prstGeom prst="rect">
            <a:avLst/>
          </a:prstGeom>
          <a:solidFill>
            <a:srgbClr val="5B8A72"/>
          </a:solidFill>
          <a:ln w="12700">
            <a:solidFill>
              <a:srgbClr val="5B8A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 minimal.  Best Python sweet spot.  What we used.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163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python:3.11-alpine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4381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60 MB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08960" y="3163824"/>
            <a:ext cx="36576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3502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 Linux base.  Tiny — but musl libc breaks some C extensions.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877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distroless / scratch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15137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25 MB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08960" y="3877056"/>
            <a:ext cx="152400" cy="320040"/>
          </a:xfrm>
          <a:prstGeom prst="rect">
            <a:avLst/>
          </a:prstGeom>
          <a:solidFill>
            <a:srgbClr val="C8901E"/>
          </a:solidFill>
          <a:ln w="12700">
            <a:solidFill>
              <a:srgbClr val="C890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4215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shell, no apt, no nothing.  Smallest possible.  Hardest to debug.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algn="ctr"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slim. Move to alpine only if size genuinely matters. Distroless / scratch for static Go binaries.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docker-004 — Image Optimisation</dc:title>
  <dc:subject>PptxGenJS Presentation</dc:subject>
  <dc:creator>Stephen Naylor</dc:creator>
  <cp:lastModifiedBy>Stephen Naylor</cp:lastModifiedBy>
  <cp:revision>1</cp:revision>
  <dcterms:created xsi:type="dcterms:W3CDTF">2026-05-14T11:04:12Z</dcterms:created>
  <dcterms:modified xsi:type="dcterms:W3CDTF">2026-05-14T11:04:12Z</dcterms:modified>
</cp:coreProperties>
</file>