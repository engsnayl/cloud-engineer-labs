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 ·  docker-007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Storage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very different jobs. Pick the right one for the data.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02336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647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NAMED VOLUME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4023360" cy="2697480"/>
          </a:xfrm>
          <a:prstGeom prst="rect">
            <a:avLst/>
          </a:prstGeom>
          <a:solidFill>
            <a:srgbClr val="F4F1EA"/>
          </a:solidFill>
          <a:ln w="12700">
            <a:solidFill>
              <a:srgbClr val="5B8A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data the container creates and you want to keep.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in: </a:t>
            </a:r>
            <a:pPr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Docker-managed storage
</a:t>
            </a:r>
            <a:pPr indent="0" marL="0">
              <a:buNone/>
            </a:pPr>
            <a:r>
              <a:rPr lang="en-US" sz="1000" i="1" dirty="0">
                <a:solidFill>
                  <a:srgbClr val="6B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(/var/lib/docker/volumes/...)
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Survives: </a:t>
            </a:r>
            <a:pPr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restart, container removal, docker compose down
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</a:t>
            </a:r>
            <a:pPr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files, uploaded user content, application state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3657600" cy="365760"/>
          </a:xfrm>
          <a:prstGeom prst="rect">
            <a:avLst/>
          </a:prstGeom>
          <a:solidFill>
            <a:srgbClr val="1A2F1B"/>
          </a:solidFill>
          <a:ln w="12700">
            <a:solidFill>
              <a:srgbClr val="1A2F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434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postgres-data:/var/lib/postgresql/data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4023360" cy="502920"/>
          </a:xfrm>
          <a:prstGeom prst="rect">
            <a:avLst/>
          </a:prstGeom>
          <a:solidFill>
            <a:srgbClr val="C8901E"/>
          </a:solidFill>
          <a:ln w="12700">
            <a:solidFill>
              <a:srgbClr val="C890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7647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BIND MOUNT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2194560"/>
            <a:ext cx="4023360" cy="2697480"/>
          </a:xfrm>
          <a:prstGeom prst="rect">
            <a:avLst/>
          </a:prstGeom>
          <a:solidFill>
            <a:srgbClr val="F4F1EA"/>
          </a:solidFill>
          <a:ln w="12700">
            <a:solidFill>
              <a:srgbClr val="C890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files you control on disk and want to inject.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74320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9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in: </a:t>
            </a:r>
            <a:pPr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host filesystem
</a:t>
            </a:r>
            <a:pPr indent="0" marL="0">
              <a:buNone/>
            </a:pPr>
            <a:r>
              <a:rPr lang="en-US" sz="1000" i="1" dirty="0">
                <a:solidFill>
                  <a:srgbClr val="6B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(./docker/database/init.sql)
</a:t>
            </a:r>
            <a:pPr indent="0" marL="0">
              <a:buNone/>
            </a:pPr>
            <a:r>
              <a:rPr lang="en-US" sz="1100" b="1" dirty="0">
                <a:solidFill>
                  <a:srgbClr val="C89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Behaviour: </a:t>
            </a:r>
            <a:pPr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file edits are visible in container immediately
</a:t>
            </a:r>
            <a:pPr indent="0" marL="0">
              <a:buNone/>
            </a:pPr>
            <a:r>
              <a:rPr lang="en-US" sz="1100" b="1" dirty="0">
                <a:solidFill>
                  <a:srgbClr val="C89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</a:t>
            </a:r>
            <a:pPr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files, init scripts, source code in dev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4434840"/>
            <a:ext cx="3657600" cy="365760"/>
          </a:xfrm>
          <a:prstGeom prst="rect">
            <a:avLst/>
          </a:prstGeom>
          <a:solidFill>
            <a:srgbClr val="1A2F1B"/>
          </a:solidFill>
          <a:ln w="12700">
            <a:solidFill>
              <a:srgbClr val="1A2F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4434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./init.sql:/docker-entrypoint-initdb.d/init.sql:ro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956048"/>
            <a:ext cx="8229600" cy="16459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 ·  docker-007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Named Volumes Earn Their Name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are disposable. Data is not.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97480" cy="274320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2697480" cy="502920"/>
          </a:xfrm>
          <a:prstGeom prst="rect">
            <a:avLst/>
          </a:prstGeom>
          <a:solidFill>
            <a:srgbClr val="1A2F1B"/>
          </a:solidFill>
          <a:ln w="12700">
            <a:solidFill>
              <a:srgbClr val="1A2F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74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·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 up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2331720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has 3 rows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017520"/>
            <a:ext cx="1965960" cy="411480"/>
          </a:xfrm>
          <a:prstGeom prst="rect">
            <a:avLst/>
          </a:prstGeom>
          <a:solidFill>
            <a:srgbClr val="C8901E"/>
          </a:solidFill>
          <a:ln w="19050">
            <a:solidFill>
              <a:srgbClr val="8F66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175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97280" y="3429000"/>
            <a:ext cx="1417320" cy="292608"/>
          </a:xfrm>
          <a:prstGeom prst="rect">
            <a:avLst/>
          </a:prstGeom>
          <a:solidFill>
            <a:srgbClr val="F2B544"/>
          </a:solidFill>
          <a:ln w="12700">
            <a:solidFill>
              <a:srgbClr val="C890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4290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volume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starts.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init.sql.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3 messages.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in named volume.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91840" y="1783080"/>
            <a:ext cx="2697480" cy="274320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1783080"/>
            <a:ext cx="2697480" cy="502920"/>
          </a:xfrm>
          <a:prstGeom prst="rect">
            <a:avLst/>
          </a:prstGeom>
          <a:solidFill>
            <a:srgbClr val="1A2F1B"/>
          </a:solidFill>
          <a:ln w="12700">
            <a:solidFill>
              <a:srgbClr val="1A2F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874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·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 down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2468880"/>
            <a:ext cx="2331720" cy="41148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kept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0" y="3017520"/>
            <a:ext cx="1965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4A3F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657600" y="30175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gone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0" y="3429000"/>
            <a:ext cx="1417320" cy="292608"/>
          </a:xfrm>
          <a:prstGeom prst="rect">
            <a:avLst/>
          </a:prstGeom>
          <a:solidFill>
            <a:srgbClr val="F2B544"/>
          </a:solidFill>
          <a:ln w="12700">
            <a:solidFill>
              <a:srgbClr val="C890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34290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stays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0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removed.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removed.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volume: PRESERVED.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on disk untouched.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1783080"/>
            <a:ext cx="2697480" cy="274320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1783080"/>
            <a:ext cx="2697480" cy="502920"/>
          </a:xfrm>
          <a:prstGeom prst="rect">
            <a:avLst/>
          </a:prstGeom>
          <a:solidFill>
            <a:srgbClr val="1A2F1B"/>
          </a:solidFill>
          <a:ln w="12700">
            <a:solidFill>
              <a:srgbClr val="1A2F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1874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·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 up DB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2468880"/>
            <a:ext cx="2331720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3 rows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92240" y="3017520"/>
            <a:ext cx="1965960" cy="411480"/>
          </a:xfrm>
          <a:prstGeom prst="rect">
            <a:avLst/>
          </a:prstGeom>
          <a:solidFill>
            <a:srgbClr val="C8901E"/>
          </a:solidFill>
          <a:ln w="19050">
            <a:solidFill>
              <a:srgbClr val="8F661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0175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66560" y="3429000"/>
            <a:ext cx="1417320" cy="292608"/>
          </a:xfrm>
          <a:prstGeom prst="rect">
            <a:avLst/>
          </a:prstGeom>
          <a:solidFill>
            <a:srgbClr val="F2B544"/>
          </a:solidFill>
          <a:ln w="12700">
            <a:solidFill>
              <a:srgbClr val="C890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34290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volume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09360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Brand-new container.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Mounts same volume.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existing data.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init.sql replay.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956048"/>
            <a:ext cx="8229600" cy="16459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docker-007 — Volumes vs Bind Mounts</dc:title>
  <dc:subject>PptxGenJS Presentation</dc:subject>
  <dc:creator>Stephen Naylor</dc:creator>
  <cp:lastModifiedBy>Stephen Naylor</cp:lastModifiedBy>
  <cp:revision>1</cp:revision>
  <dcterms:created xsi:type="dcterms:W3CDTF">2026-05-16T11:38:25Z</dcterms:created>
  <dcterms:modified xsi:type="dcterms:W3CDTF">2026-05-16T11:38:25Z</dcterms:modified>
</cp:coreProperties>
</file>