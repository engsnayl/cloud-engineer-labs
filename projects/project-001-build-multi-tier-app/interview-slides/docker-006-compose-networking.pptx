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Service-Name DNS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creates a private network. Every service finds every other by name.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2860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25400">
            <a:solidFill>
              <a:srgbClr val="C9D5B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solution_default network  (172.18.0.0/16)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2103120" cy="502920"/>
          </a:xfrm>
          <a:prstGeom prst="rect">
            <a:avLst/>
          </a:prstGeom>
          <a:solidFill>
            <a:srgbClr val="C8901E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DNS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auto-injected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2240280"/>
            <a:ext cx="1737360" cy="1005840"/>
          </a:xfrm>
          <a:prstGeom prst="rect">
            <a:avLst/>
          </a:prstGeom>
          <a:solidFill>
            <a:srgbClr val="5B8A8F"/>
          </a:solidFill>
          <a:ln w="12700">
            <a:solidFill>
              <a:srgbClr val="3E6A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54680" y="2697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5468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172.18.0.4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240280"/>
            <a:ext cx="173736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1F4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2697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172.18.0.3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240280"/>
            <a:ext cx="1737360" cy="1005840"/>
          </a:xfrm>
          <a:prstGeom prst="rect">
            <a:avLst/>
          </a:prstGeom>
          <a:solidFill>
            <a:srgbClr val="C8901E"/>
          </a:solidFill>
          <a:ln w="12700">
            <a:solidFill>
              <a:srgbClr val="8F66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697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172.18.0.2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knows the others by name. The IPs can change. The names never do.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023360" cy="6858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8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COMPOSE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--add-host=backend:host-gateway  ·  --network host  ·  manual IPs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4160520"/>
            <a:ext cx="4023360" cy="685800"/>
          </a:xfrm>
          <a:prstGeom prst="rect">
            <a:avLst/>
          </a:prstGeom>
          <a:solidFill>
            <a:srgbClr val="F4F1EA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COMPOSE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DB_HOST=database  ·  service names just work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Just Works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compose sets up automatically when you docker compose 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24688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69748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3060" y="19202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30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bridge network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creates project_default — a private Docker network. All services attach automatically. Network is destroyed on docker compose down.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697480" cy="24688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783080"/>
            <a:ext cx="269748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7700" y="19202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77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DNS resolver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container gets 127.0.0.11 configured as its DNS server. This resolver knows every service in the same compose network by name.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697480" cy="24688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83080"/>
            <a:ext cx="269748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92340" y="19202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23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= service name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017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reference backend or database in env vars or configs, compose's DNS resolves it to the right container IP. IPs change. Names don't.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docker-006 — Compose Networking</dc:title>
  <dc:subject>PptxGenJS Presentation</dc:subject>
  <dc:creator>Stephen Naylor</dc:creator>
  <cp:lastModifiedBy>Stephen Naylor</cp:lastModifiedBy>
  <cp:revision>1</cp:revision>
  <dcterms:created xsi:type="dcterms:W3CDTF">2026-05-16T11:37:35Z</dcterms:created>
  <dcterms:modified xsi:type="dcterms:W3CDTF">2026-05-16T11:37:35Z</dcterms:modified>
</cp:coreProperties>
</file>