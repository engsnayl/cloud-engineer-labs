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 ·  docker-003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Have Two Stages?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jobs need different tools. Why ship both?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502920"/>
          </a:xfrm>
          <a:prstGeom prst="rect">
            <a:avLst/>
          </a:prstGeom>
          <a:solidFill>
            <a:srgbClr val="8B4A3F"/>
          </a:solidFill>
          <a:ln w="12700">
            <a:solidFill>
              <a:srgbClr val="8B4A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64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ONE STAGE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4023360" cy="2651760"/>
          </a:xfrm>
          <a:prstGeom prst="rect">
            <a:avLst/>
          </a:prstGeom>
          <a:solidFill>
            <a:srgbClr val="F4F1EA"/>
          </a:solidFill>
          <a:ln w="12700">
            <a:solidFill>
              <a:srgbClr val="C987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468880"/>
            <a:ext cx="2560320" cy="1645920"/>
          </a:xfrm>
          <a:prstGeom prst="rect">
            <a:avLst/>
          </a:prstGeom>
          <a:solidFill>
            <a:srgbClr val="C9876D"/>
          </a:solidFill>
          <a:ln w="19050">
            <a:solidFill>
              <a:srgbClr val="8B4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5603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tools  </a:t>
            </a:r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(gzip, npm, gcc, ...)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dependencies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framework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actual app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size: BIG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you used during the 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still there. Forever.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402336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764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TWO STAGES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2194560"/>
            <a:ext cx="4023360" cy="2651760"/>
          </a:xfrm>
          <a:prstGeom prst="rect">
            <a:avLst/>
          </a:prstGeom>
          <a:solidFill>
            <a:srgbClr val="F4F1EA"/>
          </a:solidFill>
          <a:ln w="12700">
            <a:solidFill>
              <a:srgbClr val="5B8A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468880"/>
            <a:ext cx="1280160" cy="1280160"/>
          </a:xfrm>
          <a:prstGeom prst="rect">
            <a:avLst/>
          </a:prstGeom>
          <a:solidFill>
            <a:srgbClr val="E8E2D2"/>
          </a:solidFill>
          <a:ln w="12700">
            <a:solidFill>
              <a:srgbClr val="6B7A5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029200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8346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tools
</a:t>
            </a:r>
            <a:pPr algn="ctr" indent="0" marL="0">
              <a:buNone/>
            </a:pPr>
            <a:r>
              <a:rPr lang="en-US" sz="95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
</a:t>
            </a:r>
            <a:pPr algn="ctr" indent="0" marL="0">
              <a:buNone/>
            </a:pPr>
            <a:r>
              <a:rPr lang="en-US" sz="95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deps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0" y="35661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thrown away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0" y="3017520"/>
            <a:ext cx="274320" cy="228600"/>
          </a:xfrm>
          <a:prstGeom prst="rtTriangl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2918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what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58000" y="2743200"/>
            <a:ext cx="1463040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3017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nothing else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size: SMALL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final tier ships.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stages are discarded.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 ·  docker-003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FROM statements. The second one is what gets shipped.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2468880"/>
          </a:xfrm>
          <a:prstGeom prst="rect">
            <a:avLst/>
          </a:prstGeom>
          <a:solidFill>
            <a:srgbClr val="1A2F1B"/>
          </a:solidFill>
          <a:ln w="12700">
            <a:solidFill>
              <a:srgbClr val="1A2F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2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alpine:3.20 </a:t>
            </a:r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2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builder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2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apk add gzip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2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2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gzip -k -9 index.html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2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nginx:1.27-alpine </a:t>
            </a:r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2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runtime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2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8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--from=builder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/build/index.html.gz  /usr/share/nginx/html/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2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["nginx", "-g", "daemon off;"]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2697480" cy="64008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297680"/>
            <a:ext cx="36576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976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4343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FROM = builder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4617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all the build tools. Disposable.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4297680"/>
            <a:ext cx="2697480" cy="64008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4297680"/>
            <a:ext cx="36576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42976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94760" y="4343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FROM = runtime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4617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base. The only one shipped.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4297680"/>
            <a:ext cx="2697480" cy="64008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4297680"/>
            <a:ext cx="36576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42976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4343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--from=builder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4617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only the output across.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docker-003 — Multi-Stage Builds</dc:title>
  <dc:subject>PptxGenJS Presentation</dc:subject>
  <dc:creator>Stephen Naylor</dc:creator>
  <cp:lastModifiedBy>Stephen Naylor</cp:lastModifiedBy>
  <cp:revision>1</cp:revision>
  <dcterms:created xsi:type="dcterms:W3CDTF">2026-05-14T11:05:02Z</dcterms:created>
  <dcterms:modified xsi:type="dcterms:W3CDTF">2026-05-14T11:05:02Z</dcterms:modified>
</cp:coreProperties>
</file>