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Is a Layer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caches each one. The order of your Dockerfile decides which ones survive a rebuild.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256032"/>
          </a:xfrm>
          <a:prstGeom prst="rect">
            <a:avLst/>
          </a:prstGeom>
          <a:solidFill>
            <a:srgbClr val="5B8A72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3657600" cy="256032"/>
          </a:xfrm>
          <a:prstGeom prst="rect">
            <a:avLst/>
          </a:prstGeom>
          <a:solidFill>
            <a:srgbClr val="5B8A72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75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[tini, --]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3657600" cy="256032"/>
          </a:xfrm>
          <a:prstGeom prst="rect">
            <a:avLst/>
          </a:prstGeom>
          <a:solidFill>
            <a:srgbClr val="5B8A72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58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3657600" cy="256032"/>
          </a:xfrm>
          <a:prstGeom prst="rect">
            <a:avLst/>
          </a:prstGeom>
          <a:solidFill>
            <a:srgbClr val="5B8A72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chown -R app:app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3657600" cy="256032"/>
          </a:xfrm>
          <a:prstGeom prst="rect">
            <a:avLst/>
          </a:prstGeom>
          <a:solidFill>
            <a:srgbClr val="8B4A3F"/>
          </a:solidFill>
          <a:ln w="12700">
            <a:solidFill>
              <a:srgbClr val="8B4A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25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657600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08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92424"/>
            <a:ext cx="3657600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92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75888"/>
            <a:ext cx="3657600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75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59352"/>
            <a:ext cx="3657600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59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groupadd / useradd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42816"/>
            <a:ext cx="3657600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242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install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3657600" cy="256032"/>
          </a:xfrm>
          <a:prstGeom prst="rect">
            <a:avLst/>
          </a:prstGeom>
          <a:solidFill>
            <a:srgbClr val="C8901E"/>
          </a:solidFill>
          <a:ln w="12700">
            <a:solidFill>
              <a:srgbClr val="C890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526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691640"/>
            <a:ext cx="4114800" cy="15544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21031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layer's input changes,
</a:t>
            </a:r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layer AND every layer
</a:t>
            </a:r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it must be rebuilt.
</a:t>
            </a:r>
            <a:pPr indent="0" marL="0">
              <a:buNone/>
            </a:pPr>
            <a:r>
              <a:rPr lang="en-US" sz="12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things that change least at the bottom. Code at the top.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3383280"/>
            <a:ext cx="4114800" cy="150876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228600" cy="182880"/>
          </a:xfrm>
          <a:prstGeom prst="rect">
            <a:avLst/>
          </a:prstGeom>
          <a:solidFill>
            <a:srgbClr val="C8901E"/>
          </a:solidFill>
          <a:ln w="12700">
            <a:solidFill>
              <a:srgbClr val="C890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794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— rarely changes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050792"/>
            <a:ext cx="228600" cy="1828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4050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layers — rarely change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4306824"/>
            <a:ext cx="228600" cy="182880"/>
          </a:xfrm>
          <a:prstGeom prst="rect">
            <a:avLst/>
          </a:prstGeom>
          <a:solidFill>
            <a:srgbClr val="8B4A3F"/>
          </a:solidFill>
          <a:ln w="12700">
            <a:solidFill>
              <a:srgbClr val="8B4A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4306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code — changes every commit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4562856"/>
            <a:ext cx="228600" cy="182880"/>
          </a:xfrm>
          <a:prstGeom prst="rect">
            <a:avLst/>
          </a:prstGeom>
          <a:solidFill>
            <a:srgbClr val="5B8A72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4562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config — rarely changes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Caching Payoff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Dockerfile. Three builds. Why the line order matters.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3154680"/>
          </a:xfrm>
          <a:prstGeom prst="rect">
            <a:avLst/>
          </a:prstGeom>
          <a:solidFill>
            <a:srgbClr val="F4F1EA"/>
          </a:solidFill>
          <a:ln w="12700">
            <a:solidFill>
              <a:srgbClr val="8B4A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651760" cy="502920"/>
          </a:xfrm>
          <a:prstGeom prst="rect">
            <a:avLst/>
          </a:prstGeom>
          <a:solidFill>
            <a:srgbClr val="8B4A3F"/>
          </a:solidFill>
          <a:ln w="12700">
            <a:solidFill>
              <a:srgbClr val="8B4A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cache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8 layers cached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base image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apt-get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pip install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code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layers built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783080"/>
            <a:ext cx="2651760" cy="3154680"/>
          </a:xfrm>
          <a:prstGeom prst="rect">
            <a:avLst/>
          </a:prstGeom>
          <a:solidFill>
            <a:srgbClr val="F4F1E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783080"/>
            <a:ext cx="26517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1.5s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24612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 layers cached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7490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CACHED.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did zero work.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 SHA as build 1.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783080"/>
            <a:ext cx="2651760" cy="3154680"/>
          </a:xfrm>
          <a:prstGeom prst="rect">
            <a:avLst/>
          </a:prstGeom>
          <a:solidFill>
            <a:srgbClr val="F4F1E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783080"/>
            <a:ext cx="26517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2.1s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0350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 layers cached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7490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1–6 CACHED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pip install.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COPY app.py and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re-run.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docker-005 — Layers &amp; Caching</dc:title>
  <dc:subject>PptxGenJS Presentation</dc:subject>
  <dc:creator>Stephen Naylor</dc:creator>
  <cp:lastModifiedBy>Stephen Naylor</cp:lastModifiedBy>
  <cp:revision>1</cp:revision>
  <dcterms:created xsi:type="dcterms:W3CDTF">2026-05-12T20:42:49Z</dcterms:created>
  <dcterms:modified xsi:type="dcterms:W3CDTF">2026-05-12T20:42:49Z</dcterms:modified>
</cp:coreProperties>
</file>