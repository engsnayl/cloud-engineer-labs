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 ·  linux-002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Signals: A Vocabulary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Inter-process messages with semantic meaning.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solidFill>
            <a:srgbClr val="1A2F1B"/>
          </a:solidFill>
          <a:ln w="12700">
            <a:solidFill>
              <a:srgbClr val="1A2F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83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783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1188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80760" y="1783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SENDER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488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SIGTERM
</a:t>
            </a:r>
            <a:pPr indent="0" marL="0">
              <a:buNone/>
            </a:pPr>
            <a:r>
              <a:rPr lang="en-US" sz="1000" i="1" dirty="0">
                <a:solidFill>
                  <a:srgbClr val="6B7A5E"/>
                </a:solidFill>
              </a:rPr>
              <a:t>(15)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74520" y="21488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 request to stop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2148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caught &amp; handled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(default), docker stop, k8s rolling update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889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SIGKILL
</a:t>
            </a:r>
            <a:pPr indent="0" marL="0">
              <a:buNone/>
            </a:pPr>
            <a:r>
              <a:rPr lang="en-US" sz="1000" i="1" dirty="0">
                <a:solidFill>
                  <a:srgbClr val="6B7A5E"/>
                </a:solidFill>
              </a:rPr>
              <a:t>(9)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74520" y="27889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termination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2788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caught or ignored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2788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-9, docker kill, k8s after graceperiod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4290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SIGINT
</a:t>
            </a:r>
            <a:pPr indent="0" marL="0">
              <a:buNone/>
            </a:pPr>
            <a:r>
              <a:rPr lang="en-US" sz="1000" i="1" dirty="0">
                <a:solidFill>
                  <a:srgbClr val="6B7A5E"/>
                </a:solidFill>
              </a:rPr>
              <a:t>(2)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74520" y="3429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from keyboard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66160" y="3429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caught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3429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 in a terminal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0690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SIGHUP
</a:t>
            </a:r>
            <a:pPr indent="0" marL="0">
              <a:buNone/>
            </a:pPr>
            <a:r>
              <a:rPr lang="en-US" sz="1000" i="1" dirty="0">
                <a:solidFill>
                  <a:srgbClr val="6B7A5E"/>
                </a:solidFill>
              </a:rPr>
              <a:t>(1)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874520" y="40690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Hang-up / reload config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66160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caught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4069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-s reload, daemon config refresh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 ·  linux-002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PID 1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container, your app starts as PID 1. Most apps don't expect that.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502920"/>
          </a:xfrm>
          <a:prstGeom prst="rect">
            <a:avLst/>
          </a:prstGeom>
          <a:solidFill>
            <a:srgbClr val="8B4A3F"/>
          </a:solidFill>
          <a:ln w="12700">
            <a:solidFill>
              <a:srgbClr val="8B4A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470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CMD ["python", "app.py"]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023360" cy="2606040"/>
          </a:xfrm>
          <a:prstGeom prst="rect">
            <a:avLst/>
          </a:prstGeom>
          <a:solidFill>
            <a:srgbClr val="F4F1EA"/>
          </a:solidFill>
          <a:ln w="12700">
            <a:solidFill>
              <a:srgbClr val="C98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 1  python app.py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when k8s sends SIGTERM: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8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as PID 1 ignores SIGTERM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8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sits there for grace period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8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sends SIGKILL after timeout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8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requests dropped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8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Subprocesses become zombies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8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 143 in logs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402336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8470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ENTRYPOINT ["tini", "--"]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286000"/>
            <a:ext cx="4023360" cy="2606040"/>
          </a:xfrm>
          <a:prstGeom prst="rect">
            <a:avLst/>
          </a:prstGeom>
          <a:solidFill>
            <a:srgbClr val="F4F1EA"/>
          </a:solidFill>
          <a:ln w="12700">
            <a:solidFill>
              <a:srgbClr val="5B8A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468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 1  </a:t>
            </a:r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tini
</a:t>
            </a:r>
            <a:pPr indent="0" marL="0">
              <a:buNone/>
            </a:pPr>
            <a:r>
              <a:rPr lang="en-US" sz="1200" dirty="0">
                <a:solidFill>
                  <a:srgbClr val="1A2F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PID 2  </a:t>
            </a:r>
            <a:pPr indent="0" marL="0">
              <a:buNone/>
            </a:pPr>
            <a:r>
              <a:rPr lang="en-US" sz="1200" dirty="0">
                <a:solidFill>
                  <a:srgbClr val="1A2F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tini as PID 1: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38328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tini receives SIGTERM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it to python (PID 2)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handles signal normally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shutdown completes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tini reaps any zombies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exits with code 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linux-002 — PID 1 &amp; Signal Handling</dc:title>
  <dc:subject>PptxGenJS Presentation</dc:subject>
  <dc:creator>Stephen Naylor</dc:creator>
  <cp:lastModifiedBy>Stephen Naylor</cp:lastModifiedBy>
  <cp:revision>1</cp:revision>
  <dcterms:created xsi:type="dcterms:W3CDTF">2026-05-12T20:40:30Z</dcterms:created>
  <dcterms:modified xsi:type="dcterms:W3CDTF">2026-05-12T20:40:30Z</dcterms:modified>
</cp:coreProperties>
</file>