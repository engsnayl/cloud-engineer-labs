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  ·  docker-001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vs Virtual Machine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isolate workloads. They isolate at very different layers.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023360" cy="3108960"/>
          </a:xfrm>
          <a:prstGeom prst="rect">
            <a:avLst/>
          </a:prstGeom>
          <a:solidFill>
            <a:srgbClr val="F4F1EA"/>
          </a:solidFill>
          <a:ln w="12700">
            <a:solidFill>
              <a:srgbClr val="C9876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4023360" cy="502920"/>
          </a:xfrm>
          <a:prstGeom prst="rect">
            <a:avLst/>
          </a:prstGeom>
          <a:solidFill>
            <a:srgbClr val="8B4A3F"/>
          </a:solidFill>
          <a:ln w="12700">
            <a:solidFill>
              <a:srgbClr val="8B4A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55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Virtualises hardware. Each VM runs its own kernel.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78892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8B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Boot: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 – 2 min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8B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GBs (full OS image)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8B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Density: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 per host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8B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Isolation: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(own kernel)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8B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Portability: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hypervisor-specific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691640"/>
            <a:ext cx="4023360" cy="3108960"/>
          </a:xfrm>
          <a:prstGeom prst="rect">
            <a:avLst/>
          </a:prstGeom>
          <a:solidFill>
            <a:srgbClr val="F4F1EA"/>
          </a:solidFill>
          <a:ln w="12700">
            <a:solidFill>
              <a:srgbClr val="5B8A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691640"/>
            <a:ext cx="4023360" cy="5029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755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Virtualises the OS. Shares the host kernel via Linux primitives.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278892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Boot: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second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MBs (app + deps only)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Density: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per host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Isolation: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(shared kernel)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Portability: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standard image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864608"/>
            <a:ext cx="8229600" cy="164592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  ·  docker-001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Containers Actually Work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Linux kernel primitives — neither invented by Docker.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4160520"/>
            <a:ext cx="3657600" cy="457200"/>
          </a:xfrm>
          <a:prstGeom prst="rect">
            <a:avLst/>
          </a:prstGeom>
          <a:solidFill>
            <a:srgbClr val="E8E2D2"/>
          </a:solidFill>
          <a:ln w="12700">
            <a:solidFill>
              <a:srgbClr val="6B7A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160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Hardware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611880"/>
            <a:ext cx="365760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611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Kernel  (shared by all containers)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3657600" cy="365760"/>
          </a:xfrm>
          <a:prstGeom prst="rect">
            <a:avLst/>
          </a:prstGeom>
          <a:solidFill>
            <a:srgbClr val="5B8A72"/>
          </a:solidFill>
          <a:ln w="12700">
            <a:solidFill>
              <a:srgbClr val="5B8A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Runtime  (containerd / runc)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783080"/>
            <a:ext cx="1097280" cy="1280160"/>
          </a:xfrm>
          <a:prstGeom prst="rect">
            <a:avLst/>
          </a:prstGeom>
          <a:solidFill>
            <a:srgbClr val="F4F1EA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874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194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+ libs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60120" y="2606040"/>
            <a:ext cx="182880" cy="182880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91640" y="1783080"/>
            <a:ext cx="1097280" cy="1280160"/>
          </a:xfrm>
          <a:prstGeom prst="rect">
            <a:avLst/>
          </a:prstGeom>
          <a:solidFill>
            <a:srgbClr val="F4F1EA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91640" y="1874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91640" y="2194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+ libs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48840" y="2606040"/>
            <a:ext cx="182880" cy="182880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80360" y="1783080"/>
            <a:ext cx="1097280" cy="1280160"/>
          </a:xfrm>
          <a:prstGeom prst="rect">
            <a:avLst/>
          </a:prstGeom>
          <a:solidFill>
            <a:srgbClr val="F4F1EA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80360" y="1874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880360" y="2194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+ libs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37560" y="2606040"/>
            <a:ext cx="182880" cy="182880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containers share the host kernel.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1783080"/>
            <a:ext cx="4114800" cy="1417320"/>
          </a:xfrm>
          <a:prstGeom prst="rect">
            <a:avLst/>
          </a:prstGeom>
          <a:solidFill>
            <a:srgbClr val="F4F1EA"/>
          </a:solidFill>
          <a:ln w="12700">
            <a:solidFill>
              <a:srgbClr val="C9D5B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container can see.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24688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</a:t>
            </a:r>
            <a:pPr indent="0" marL="0">
              <a:buNone/>
            </a:pPr>
            <a:r>
              <a:rPr lang="en-US" sz="11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own process tree    </a:t>
            </a:r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pPr indent="0" marL="0">
              <a:buNone/>
            </a:pPr>
            <a:r>
              <a:rPr lang="en-US" sz="11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own interfaces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mnt</a:t>
            </a:r>
            <a:pPr indent="0" marL="0">
              <a:buNone/>
            </a:pPr>
            <a:r>
              <a:rPr lang="en-US" sz="11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own filesystem    </a:t>
            </a:r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uts</a:t>
            </a:r>
            <a:pPr indent="0" marL="0">
              <a:buNone/>
            </a:pPr>
            <a:r>
              <a:rPr lang="en-US" sz="11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own hostname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</a:t>
            </a:r>
            <a:pPr indent="0" marL="0">
              <a:buNone/>
            </a:pPr>
            <a:r>
              <a:rPr lang="en-US" sz="11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own message queues    </a:t>
            </a:r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pPr indent="0" marL="0">
              <a:buNone/>
            </a:pPr>
            <a:r>
              <a:rPr lang="en-US" sz="11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own UID map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3337560"/>
            <a:ext cx="4114800" cy="1280160"/>
          </a:xfrm>
          <a:prstGeom prst="rect">
            <a:avLst/>
          </a:prstGeom>
          <a:solidFill>
            <a:srgbClr val="F4F1EA"/>
          </a:solidFill>
          <a:ln w="12700">
            <a:solidFill>
              <a:srgbClr val="C9D5B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B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CGROUPS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5488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container can use.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40233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shares · memory caps · IO bandwidth · device access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via </a:t>
            </a:r>
            <a:pPr indent="0" marL="0">
              <a:buNone/>
            </a:pPr>
            <a:r>
              <a:rPr lang="en-US" sz="1100" dirty="0">
                <a:solidFill>
                  <a:srgbClr val="8B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--memory</a:t>
            </a:r>
            <a:pPr indent="0" marL="0">
              <a:buNone/>
            </a:pPr>
            <a:r>
              <a:rPr lang="en-US" sz="11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pPr indent="0" marL="0">
              <a:buNone/>
            </a:pPr>
            <a:r>
              <a:rPr lang="en-US" sz="1100" dirty="0">
                <a:solidFill>
                  <a:srgbClr val="8B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--cpus</a:t>
            </a:r>
            <a:pPr indent="0" marL="0">
              <a:buNone/>
            </a:pPr>
            <a:r>
              <a:rPr lang="en-US" sz="11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docker run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864608"/>
            <a:ext cx="8229600" cy="164592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docker-001 — Container vs VM</dc:title>
  <dc:subject>PptxGenJS Presentation</dc:subject>
  <dc:creator>Stephen Naylor</dc:creator>
  <cp:lastModifiedBy>Stephen Naylor</cp:lastModifiedBy>
  <cp:revision>1</cp:revision>
  <dcterms:created xsi:type="dcterms:W3CDTF">2026-05-10T12:25:34Z</dcterms:created>
  <dcterms:modified xsi:type="dcterms:W3CDTF">2026-05-10T12:25:34Z</dcterms:modified>
</cp:coreProperties>
</file>