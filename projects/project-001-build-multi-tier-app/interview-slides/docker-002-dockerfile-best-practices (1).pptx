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Dockerfile Good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decisions that separate a real one from a tutorial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9748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00200"/>
            <a:ext cx="457200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base image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python:3.11.10-slim, not python:latest.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9748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600200"/>
            <a:ext cx="457200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002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1709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minimal 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057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or distroless. Smaller surface.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600200"/>
            <a:ext cx="269748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600200"/>
            <a:ext cx="457200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60020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75120" y="170992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non-root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0574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escape ≠ host root.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69748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88920"/>
            <a:ext cx="457200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889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layers for cache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246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before code.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788920"/>
            <a:ext cx="269748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788920"/>
            <a:ext cx="457200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889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40480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concern per RUN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3246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install + cleanup in same RUN.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788920"/>
            <a:ext cx="2697480" cy="1051560"/>
          </a:xfrm>
          <a:prstGeom prst="rect">
            <a:avLst/>
          </a:prstGeom>
          <a:solidFill>
            <a:srgbClr val="F4F1EA"/>
          </a:solidFill>
          <a:ln w="12700">
            <a:solidFill>
              <a:srgbClr val="C9D5B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788920"/>
            <a:ext cx="457200" cy="10515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7889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28986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baked 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3246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self-reports its own health.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023360"/>
            <a:ext cx="548640" cy="685800"/>
          </a:xfrm>
          <a:prstGeom prst="rect">
            <a:avLst/>
          </a:prstGeom>
          <a:solidFill>
            <a:srgbClr val="C8901E"/>
          </a:solidFill>
          <a:ln w="12700">
            <a:solidFill>
              <a:srgbClr val="C8901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0233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11430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F1B"/>
                </a:solidFill>
              </a:rPr>
              <a:t>AND CRITICALLY  ·  </a:t>
            </a:r>
            <a:pPr indent="0" marL="0">
              <a:buNone/>
            </a:pPr>
            <a:r>
              <a:rPr lang="en-US" sz="1400" b="1" dirty="0">
                <a:solidFill>
                  <a:srgbClr val="1A2F1B"/>
                </a:solidFill>
              </a:rPr>
              <a:t>Init process as PID 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300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tini or dumb-init. Python doesn't handle SIGTERM correctly as PID 1. See linux-002.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  ·  docker-002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Smell Test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Dockerfiles. Same app. One ships to production. One does 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77640" cy="457200"/>
          </a:xfrm>
          <a:prstGeom prst="rect">
            <a:avLst/>
          </a:prstGeom>
          <a:solidFill>
            <a:srgbClr val="8B4A3F"/>
          </a:solidFill>
          <a:ln w="12700">
            <a:solidFill>
              <a:srgbClr val="8B4A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Junior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397764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C987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python:latest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/app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update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apt-get install -y \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build-essential curl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-r \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requirements.txt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8B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python app.py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691640"/>
            <a:ext cx="39776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37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Production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2148840"/>
            <a:ext cx="3977640" cy="2697480"/>
          </a:xfrm>
          <a:prstGeom prst="rect">
            <a:avLst/>
          </a:prstGeom>
          <a:solidFill>
            <a:srgbClr val="F4F1EA"/>
          </a:solidFill>
          <a:ln w="12700">
            <a:solidFill>
              <a:srgbClr val="5B8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240280"/>
            <a:ext cx="3611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python:3.11.10-slim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groupadd app &amp;&amp; useradd app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requirements.txt .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pip install --no-cache-dir \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-r requirements.txt
</a:t>
            </a:r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A2F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app.py .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HEALTHCHECK CMD ...
</a:t>
            </a:r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["tini", "--"]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956048"/>
            <a:ext cx="8229600" cy="164592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docker-002 — Dockerfile Best Practices</dc:title>
  <dc:subject>PptxGenJS Presentation</dc:subject>
  <dc:creator>Stephen Naylor</dc:creator>
  <cp:lastModifiedBy>Stephen Naylor</cp:lastModifiedBy>
  <cp:revision>1</cp:revision>
  <dcterms:created xsi:type="dcterms:W3CDTF">2026-05-12T20:42:27Z</dcterms:created>
  <dcterms:modified xsi:type="dcterms:W3CDTF">2026-05-12T20:42:27Z</dcterms:modified>
</cp:coreProperties>
</file>