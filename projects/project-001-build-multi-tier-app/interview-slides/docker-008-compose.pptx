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Compose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containers. Two very different deployment specs.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docker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2651760"/>
          </a:xfrm>
          <a:prstGeom prst="rect">
            <a:avLst/>
          </a:prstGeom>
          <a:solidFill>
            <a:srgbClr val="1A2F1B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pg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POSTGRES_PASSWORD=...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5432:5432 postgres:15
</a:t>
            </a:r>
            <a:pPr indent="0" marL="0">
              <a:buNone/>
            </a:pPr>
            <a:r>
              <a:rPr lang="en-US" sz="1000" dirty="0">
                <a:solidFill>
                  <a:srgbClr val="C98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 10  </a:t>
            </a:r>
            <a:pPr indent="0" marL="0">
              <a:buNone/>
            </a:pPr>
            <a:r>
              <a:rPr lang="en-US" sz="1000" i="1" dirty="0">
                <a:solidFill>
                  <a:srgbClr val="C987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hope it's ready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backend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--network host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DB_HOST=localhost backend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frontend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--add-host=backend:host-gateway \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8080:8080 frontend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64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docker compose 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4023360" cy="2651760"/>
          </a:xfrm>
          <a:prstGeom prst="rect">
            <a:avLst/>
          </a:prstGeom>
          <a:solidFill>
            <a:srgbClr val="1A2F1B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317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postgres:15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 ...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./docker/backend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database: { condition: service_healthy }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./docker/frontend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["8080:8080"]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Compose Buys You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just describing services in YAML.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371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= ONE DEPLOYMENT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YAML IS the spec. Anyone clones the repo, types one command, the whole stack comes up identically.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1371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STARTUP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with healthcheck conditions. Compose waits for the database to be ready before starting the backend. No manual sleeps.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1371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NETWORKING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network, DNS, service-name resolution. No --add-host, no --network host, no manual IP juggling.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4023360" cy="137160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46120"/>
            <a:ext cx="13716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7784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LIFECYCLE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up creates what's missing. compose down removes what compose owns. Idempotent. Predictable. Auditable.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docker-008 — Docker Compose</dc:title>
  <dc:subject>PptxGenJS Presentation</dc:subject>
  <dc:creator>Stephen Naylor</dc:creator>
  <cp:lastModifiedBy>Stephen Naylor</cp:lastModifiedBy>
  <cp:revision>1</cp:revision>
  <dcterms:created xsi:type="dcterms:W3CDTF">2026-05-16T11:37:35Z</dcterms:created>
  <dcterms:modified xsi:type="dcterms:W3CDTF">2026-05-16T11:37:35Z</dcterms:modified>
</cp:coreProperties>
</file>