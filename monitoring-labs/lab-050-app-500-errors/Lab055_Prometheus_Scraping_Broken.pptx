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Scraping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  |  Intermediate  |  15–20 mins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four configuration bugs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leave Prometheus completely blind.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3931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INCIDENT-MON-006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 all empty.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targets page shows 0 / 3 targets UP.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 data for the last 2 hours.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is completely blind.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3192" y="2770632"/>
            <a:ext cx="768096" cy="7680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" y="2924251"/>
            <a:ext cx="460858" cy="4608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95351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container is running — this is not a crash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3192" y="3364992"/>
            <a:ext cx="768096" cy="7680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" y="35186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35478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entirely inside prometheus.yml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93192" y="3959352"/>
            <a:ext cx="768096" cy="7680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" y="411297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414223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bugs — three visible from error messages, one silent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Prometheus?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is a central metrics collector. It works on a pull model — every few seconds it reaches out to each service and asks "how are you doing?" The service responds with a snapshot of numbers. Prometheus stores all of that over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7592" y="2130552"/>
            <a:ext cx="768096" cy="7680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211" y="22841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" y="33649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collector — scrapes metrics from targets and stores them over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0116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42232" y="2130552"/>
            <a:ext cx="768096" cy="7680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51" y="22841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10128" y="33649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that exposes host machine metrics (CPU, RAM, disk) for Prometheus to scrape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116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76872" y="2130552"/>
            <a:ext cx="768096" cy="7680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491" y="22841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144768" y="336499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layer — reads from Prometheus and draws the graphs you look at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599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 —  the control file that tells Prometheus what to scrape, where, on what path, and how often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Compose?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 its own runs one container at a time. Docker Compose manages multiple containers that work together — one file describes the whole stack.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508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828800"/>
            <a:ext cx="1508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508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828800"/>
            <a:ext cx="1508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828800"/>
            <a:ext cx="15087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All on the same Docker network — they talk to each other using service names as hostnames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18104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" y="3198571"/>
            <a:ext cx="241402" cy="24140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182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0" y="31821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containers and their current status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8912" y="3465576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" y="3546043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60120" y="35295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restart prometheus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0" y="35295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Prometheus to pick up config changes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38912" y="381304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3893515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60120" y="38770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app1 curl ...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0" y="38770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command inside a running container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38912" y="416052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" y="4240987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0120" y="4224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/ up -d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0" y="422452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start the entire stack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9B6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Must be run from the directory containing docker-compose.yml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Bugs — One Config 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737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96596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756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1556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interval: 600s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153619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— dashboards empty, incidents invisible. Silent — no error message produced.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502920" cy="1737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051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36592" y="196596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756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11556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port: 9090 → 8080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349240" y="153619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9090 is Prometheus's own port. App containers listen on 8080. Every connection refused.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71800"/>
            <a:ext cx="502920" cy="1737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47472" y="393192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4164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30815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path: /api/metrics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60120" y="350215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/api/metrics doesn't exist. Apps expose /metrics. Prometheus gets 404 on every scrape.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2971800"/>
            <a:ext cx="502920" cy="1737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0060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736592" y="393192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4164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49240" y="30815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typo: _ vs -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349240" y="350215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node_exporter (underscore) can't be resolved. Service is node-exporter (hyphen). DNS fails.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Investigative Pathway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evidence before touching any config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" y="1453896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1" y="15563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087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1709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to the lab directory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0" y="158191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commands need to run from the folder containing docker-compose.yml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1984248"/>
            <a:ext cx="0" cy="201168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" y="2112264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1" y="2214677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16712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60120" y="2368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57600" y="2240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containers are Up — PORTS column tells you the correct internal ports before opening any file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4360" y="2642616"/>
            <a:ext cx="0" cy="201168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8328" y="2770632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1" y="2873045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82549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60120" y="3026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targets API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57600" y="28986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the /api/v1/targets endpoint — error messages map directly to which bug is causing each failure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4360" y="3300984"/>
            <a:ext cx="0" cy="201168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8328" y="342900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1" y="3531413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4838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60120" y="36850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prometheus.yml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657600" y="355701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the config — you already know what you're looking for and can confirm each bug with evidence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94360" y="3959352"/>
            <a:ext cx="0" cy="201168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38328" y="408736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1" y="418978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" y="41422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60120" y="4343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four bugs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657600" y="42153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interval → port → path → hostname. Edit the file, restart Prometheus, validate.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docker compose 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PORTS column tells you the correct config values before you open a single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0.0.0.0:8081→8080/tcp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 8080  ✓  use in Prometheus config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92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0.0.0.0:8082→8080/tcp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 8080  ✓  use in Prometheus config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node-exporter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0.0.0.0:9100→9100/tcp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322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 has a HYPHEN — copy exactly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752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0.0.0.0:9090→9090/tcp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7523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itself — 9090 is Prometheus, not your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8412480" cy="475488"/>
          </a:xfrm>
          <a:prstGeom prst="rect">
            <a:avLst/>
          </a:prstGeom>
          <a:solidFill>
            <a:srgbClr val="0E6B7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56432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→ arrow means: host port on the left, container port on the right. Prometheus talks to the container's internal port (right side).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97764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6908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4050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app1 and app2 internal port is 8080 — not 9090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" y="4379976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71416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60120" y="4453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 service name has a hyphen — not underscore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11480" y="4782312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7375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0120" y="48554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9090 belongs to Prometheus — never point app targets here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Targets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errors visible — one bug is silent. The error message tells you which bug before you open the config.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896112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9728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26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app (x2)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 tcp 172.20.0.2:9090: connect: connection refused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(port) + Bug 3 (path visible in the URL)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896112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59152"/>
            <a:ext cx="109728" cy="8961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14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node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 node_exporter on 127.0.0.11:53: no such host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 — underscore vs hyphen hostname mismatch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8412480" cy="896112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46704"/>
            <a:ext cx="109728" cy="8961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prometheus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7124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error)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fine — leave it alone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1A2E0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370832"/>
            <a:ext cx="109728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39826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(scrape interval 600s) produces NO error message. Prometheus is working — just told to work very slowly. Only caught by reading the config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Interval — How Long Is Too Long?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polls targets — it doesn't stream. The interval determines how many data points you have.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28016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276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6093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(broken)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90195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per 10 mins. Dashboards appear empty. Incidents invisible.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128016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3774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265176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ships with this. Good resolution for dashboards and alerting.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540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54096"/>
            <a:ext cx="1280160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272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production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40156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targets hit, less storage used. Fine for stable infrastructure.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03904"/>
            <a:ext cx="128016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7705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83080" y="3858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justified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415137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load on Prometheus and targets. Only for edge cases.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D8E8EC"/>
          </a:solidFill>
          <a:ln w="12700">
            <a:solidFill>
              <a:srgbClr val="A0B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36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must be short enough for meaningful dashboards, timely alerting, and catching short-lived spikes. 600s fails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Find the Correct Metrics Path?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guess it reliably. Here's how you actually confirm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24128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02920" cy="102412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90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93192" y="193852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0299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4721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running container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18196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app1 curl -s http://localhost:8080/metrics | head -5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7552" y="2112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Prometheus-format output, that's your path. 404 means try another.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560320"/>
            <a:ext cx="8412480" cy="1024128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560320"/>
            <a:ext cx="502920" cy="102412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633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93192" y="308152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17296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26151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convention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87552" y="29626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  (default for all Prometheus client libraries)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87552" y="3255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your first guess. Only changes if the developer explicitly configured something different.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3703320"/>
            <a:ext cx="8412480" cy="1024128"/>
          </a:xfrm>
          <a:prstGeom prst="rect">
            <a:avLst/>
          </a:prstGeom>
          <a:solidFill>
            <a:srgbClr val="14263A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703320"/>
            <a:ext cx="502920" cy="102412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4048" y="3776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393192" y="422452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431596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7552" y="37581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app documentation or README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987552" y="41056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 /  app source code  /  framework docs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87552" y="4398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built it, they should have documented it.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502920" y="4636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paths: /metrics (default)   |   /actuator/prometheus (Spring Boot)   |   /actuator/metrics   |   /prometheus/metrics (custom)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prometheus.yml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0A1520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325880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scrape_interval: 600s         ← Bug 1: 10 minutes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evaluation_interval: 600s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scrape_configs: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'app'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targets: ['app1:9090', 'app2:9090']   ← Bug 2: wrong 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metrics_path: '/api/metrics'           ← Bug 3: wrong path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'node'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targets: ['node_exporter:9100']        ← Bug 4: underscore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206240" cy="3749040"/>
          </a:xfrm>
          <a:prstGeom prst="rect">
            <a:avLst/>
          </a:prstGeom>
          <a:solidFill>
            <a:srgbClr val="0A2010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6592" y="1325880"/>
            <a:ext cx="39776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scrape_interval: 15s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evaluation_interval: 15s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scrape_configs: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'app'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metrics_path: '/metrics'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targets: ['app1:8080', 'app2:8080']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'node'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C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targets: ['node-exporter:9100']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0E6B7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7823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saving: docker compose restart prometheus  →  sleep 30  →  validate targets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23544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722" y="10186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9601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page first — read the error message before touching any config. It tells you exactly what's wrong.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72584" y="923544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101864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9512" y="9601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4 bugs produce errors. The scrape interval is silent — you have to look for it.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0624" y="1764792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2" y="1859890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552" y="18013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gives you correct ports and hostnames before you open a single file.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672584" y="1764792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682" y="1859890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39512" y="18013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 is the standard default. 30-60s is fine in production. The interval must be short enough for dashboards, alerting, and catching spikes.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20624" y="2606040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2" y="2701138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7552" y="264261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service names are DNS hostnames — exact match. Copy from docker compose ps, never type from memory.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672584" y="2606040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682" y="2701138"/>
            <a:ext cx="285293" cy="28529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39512" y="264261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is the default path. Always verify by probing the container if unsure — never assume.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420624" y="3547872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2" y="3642970"/>
            <a:ext cx="285293" cy="28529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7552" y="348386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changes need a restart (lab) or reload signal (production). Editing the file alone does nothing.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94560" y="1024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0" y="1024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targets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the API (headless Pi)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5780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http://host:9090/targets in a browser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8595360" cy="502920"/>
          </a:xfrm>
          <a:prstGeom prst="rect">
            <a:avLst/>
          </a:prstGeom>
          <a:solidFill>
            <a:srgbClr val="EEF6F8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075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reload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0756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restart prometheus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20756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-HUP or POST to /-/reload (no data gap)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6426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discovery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6426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list in prometheus.yml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2642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— Kubernetes SD, EC2 SD, Consul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18104"/>
            <a:ext cx="8595360" cy="502920"/>
          </a:xfrm>
          <a:prstGeom prst="rect">
            <a:avLst/>
          </a:prstGeom>
          <a:solidFill>
            <a:srgbClr val="EEF6F8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2095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32095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32095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write to Thanos, Mimir, or Grafana Cloud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8503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4884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PromQL on every load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3776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rules pre-compute expensive queries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EEF6F8"/>
          </a:solidFill>
          <a:ln w="12700">
            <a:solidFill>
              <a:srgbClr val="D0E4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4343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4884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Prometheus, 3 targets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or Thanos across clusters and regions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055 — Prometheus Scraping Broken</dc:title>
  <dc:subject>PptxGenJS Presentation</dc:subject>
  <dc:creator>PptxGenJS</dc:creator>
  <cp:lastModifiedBy>PptxGenJS</cp:lastModifiedBy>
  <cp:revision>1</cp:revision>
  <dcterms:created xsi:type="dcterms:W3CDTF">2026-03-24T10:48:53Z</dcterms:created>
  <dcterms:modified xsi:type="dcterms:W3CDTF">2026-03-24T10:48:53Z</dcterms:modified>
</cp:coreProperties>
</file>