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65760"/>
            <a:ext cx="13716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365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050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Application Throwing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500 Errors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4B8A6"/>
                </a:solidFill>
              </a:rPr>
              <a:t>Investigating intermittent failures · Docker Compose · Connection Pool Exhaustion · Incident Reporting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0" y="1097280"/>
            <a:ext cx="1280160" cy="1280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2672" y="1261872"/>
            <a:ext cx="950976" cy="9509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Cloud Engineer Labs  ·  Docker Module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What's the Problem?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329184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14300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1197864"/>
            <a:ext cx="576072" cy="5760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920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HTTP 500 Errors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42316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The /api/payments endpoint is failing intermittently — but only sometimes.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697480" cy="329184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114300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197864"/>
            <a:ext cx="576072" cy="5760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1920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Other Endpoints Fine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42316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/api/users works perfectly. /api/health responds OK. The app hasn't crashed.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1005840"/>
            <a:ext cx="2697480" cy="329184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14300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1197864"/>
            <a:ext cx="576072" cy="5760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1920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 Connection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0" y="242316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Under load, the app runs out of database connections — new requests get rejected.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 050  ·  500 Errors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Docker Compose?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77724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73152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Think of it like a recipe card for your containers — instead of typing a long command every time, you write it down once in a file and just say 'go'.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3931920" cy="260604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20240"/>
            <a:ext cx="3931920" cy="347472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docker run  (what you've used before)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F4F2"/>
                </a:solidFill>
              </a:rPr>
              <a:t>•  Everything typed on the command line
</a:t>
            </a:r>
            <a:pPr indent="0" marL="0">
              <a:buNone/>
            </a:pPr>
            <a:r>
              <a:rPr lang="en-US" sz="1200" dirty="0">
                <a:solidFill>
                  <a:srgbClr val="E2F4F2"/>
                </a:solidFill>
              </a:rPr>
              <a:t>•  One container at a time
</a:t>
            </a:r>
            <a:pPr indent="0" marL="0">
              <a:buNone/>
            </a:pPr>
            <a:r>
              <a:rPr lang="en-US" sz="1200" dirty="0">
                <a:solidFill>
                  <a:srgbClr val="E2F4F2"/>
                </a:solidFill>
              </a:rPr>
              <a:t>•  Easy to forget the exact flags
</a:t>
            </a:r>
            <a:pPr indent="0" marL="0">
              <a:buNone/>
            </a:pPr>
            <a:r>
              <a:rPr lang="en-US" sz="1200" dirty="0">
                <a:solidFill>
                  <a:srgbClr val="E2F4F2"/>
                </a:solidFill>
              </a:rPr>
              <a:t>•  Good for quick one-off containers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4251960" cy="260604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920240"/>
            <a:ext cx="4251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9202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compose up  (new this lab)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359152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F4F2"/>
                </a:solidFill>
              </a:rPr>
              <a:t>•  Config lives in a file (docker-compose.yml)
</a:t>
            </a:r>
            <a:pPr indent="0" marL="0">
              <a:buNone/>
            </a:pPr>
            <a:r>
              <a:rPr lang="en-US" sz="1200" dirty="0">
                <a:solidFill>
                  <a:srgbClr val="E2F4F2"/>
                </a:solidFill>
              </a:rPr>
              <a:t>•  Builds the image AND starts the container
</a:t>
            </a:r>
            <a:pPr indent="0" marL="0">
              <a:buNone/>
            </a:pPr>
            <a:r>
              <a:rPr lang="en-US" sz="1200" dirty="0">
                <a:solidFill>
                  <a:srgbClr val="E2F4F2"/>
                </a:solidFill>
              </a:rPr>
              <a:t>•  Repeatable — same result every time
</a:t>
            </a:r>
            <a:pPr indent="0" marL="0">
              <a:buNone/>
            </a:pPr>
            <a:r>
              <a:rPr lang="en-US" sz="1200" dirty="0">
                <a:solidFill>
                  <a:srgbClr val="E2F4F2"/>
                </a:solidFill>
              </a:rPr>
              <a:t>•  Scales to multiple containers easily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 050  ·  500 Errors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Compose in This Lab?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713232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73152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This lab has its own application code. Before you can run the container, the image needs to be built from a Dockerfile. Compose handles both steps in one command.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Without Compose — two separate steps: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4069080" cy="502920"/>
          </a:xfrm>
          <a:prstGeom prst="rect">
            <a:avLst/>
          </a:prstGeom>
          <a:solidFill>
            <a:srgbClr val="13203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24028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docker build -t lab050-app 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069080" cy="502920"/>
          </a:xfrm>
          <a:prstGeom prst="rect">
            <a:avLst/>
          </a:prstGeom>
          <a:solidFill>
            <a:srgbClr val="13203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24028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docker run -d --name lab050-app-500-errors lab050-app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9077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 Compose — one command does both: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73552"/>
            <a:ext cx="85039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735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" y="39136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-d  =  detached (runs in background, your terminal stays free)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2519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path:  ~/cloud-engineer-labs/monitoring-labs/lab-050-app-500-errors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 050  ·  500 Errors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Investigation Pathway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1556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10607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 the app even running?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4264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/api/health  (inside container)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0972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 running app with a broken endpoint is different to a crashed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65960"/>
            <a:ext cx="8503920" cy="82296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07568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756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20208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Which endpoints are affected?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3865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/api/users  +  /api/payments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0574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Isolate the blast radius before digging deeper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8503920" cy="82296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03580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35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29809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does the error say?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33467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 then  docker logs ... | grep ERROR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30175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docker logs is host-side only — exit the container first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886200"/>
            <a:ext cx="8503920" cy="82296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99592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995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8992" y="39410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Logs unclear? Read the code.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4306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 then  cat /opt/app.py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9776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Find the process, find the source, confirm the root cause directly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 050  ·  500 Errors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Know Where You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73152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This lab moves between the Pi terminal and inside the container several times. Your prompt tells you where you are — check it before every command.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069080" cy="128016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83080"/>
            <a:ext cx="4069080" cy="347472"/>
          </a:xfrm>
          <a:prstGeom prst="rect">
            <a:avLst/>
          </a:prstGeom>
          <a:solidFill>
            <a:srgbClr val="0F4C35"/>
          </a:solidFill>
          <a:ln w="12700">
            <a:solidFill>
              <a:srgbClr val="0F4C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830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 the 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engsnayl@pi:~$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docker logs, docker exec, lab validate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783080"/>
            <a:ext cx="4069080" cy="128016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783080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7830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Inside the Container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root@713d81f91697:/#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6334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curl, ps aux, cat, write incident report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18688"/>
            <a:ext cx="8503920" cy="141732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18688"/>
            <a:ext cx="73152" cy="1417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docker logs gotcha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63016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docker logs talks to the Docker daemon via the host socket — not accessible from inside a container. Running it from inside returns nothing, with no error to tell you why.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05993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</a:rPr>
              <a:t>Always run docker logs from your Pi terminal, not from inside the container.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 050  ·  500 Errors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Connection Pool — In Plain English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713232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73152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Imagine a taxi rank with 5 taxis. Each request to /api/payments needs a taxi to get to the database and back. If all 5 are out and a new request arrives — it gets turned away.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4069080" cy="265176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10512"/>
            <a:ext cx="4069080" cy="384048"/>
          </a:xfrm>
          <a:prstGeom prst="rect">
            <a:avLst/>
          </a:prstGeom>
          <a:solidFill>
            <a:srgbClr val="0F4C35"/>
          </a:solidFill>
          <a:ln w="12700">
            <a:solidFill>
              <a:srgbClr val="0F4C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1051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Normal 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703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Requests arrive one or two at a time.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Each one grabs a connection, runs its query, returns the connection to the pool.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All 5 slots never fill up at once — works fine.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10512"/>
            <a:ext cx="4069080" cy="265176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10512"/>
            <a:ext cx="4069080" cy="384048"/>
          </a:xfrm>
          <a:prstGeom prst="rect">
            <a:avLst/>
          </a:prstGeom>
          <a:solidFill>
            <a:srgbClr val="4A1010"/>
          </a:solidFill>
          <a:ln w="12700">
            <a:solidFill>
              <a:srgbClr val="4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81051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  Under Load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703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Many requests arrive simultaneously.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All 5 connections are grabbed before earlier ones finish.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The 6th request finds an empty pool and gets a 500 error.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F4F2"/>
                </a:solidFill>
              </a:rPr>
              <a:t>log: connection pool exhausted (used: 6, max: 5)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 050  ·  500 Errors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Reading the Log Message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500 GET /api/payments — DatabaseError: connection pool exhausted (used: 6, max: 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69748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2697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92024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500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28600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Severity level + HTTP status. Tells you that something went wrong.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9748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28800"/>
            <a:ext cx="2697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92024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/api/payments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28600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The specific endpoint that failed. Not all endpoints — just this one.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269748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828800"/>
            <a:ext cx="2697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92024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DatabaseError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228600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The error class. This is a database problem, not a code bug.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416052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54680"/>
            <a:ext cx="4160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2461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pool exhausted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3611880"/>
            <a:ext cx="3941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The specific condition — the pool is full, no connections available.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154680"/>
            <a:ext cx="416052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54680"/>
            <a:ext cx="4160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246120"/>
            <a:ext cx="3941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(used: 6, max: 5)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3611880"/>
            <a:ext cx="3941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The evidence. 6 connections were needed, but the pool only allows 5.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 050  ·  500 Errors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Incident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73152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An incident report isn't just a note to yourself. It's what gets shared with the team, attached to a ticket, and read in a post-mortem. It needs to stand alone.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206240" cy="804672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8308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Summary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112264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What failed, in two sentences. The manager reads this and nothing else.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4206240" cy="804672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78308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8288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Affected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2112264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Which endpoints? Which users? What still works?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4206240" cy="804672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4320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7889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Root Cause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072384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The actual reason — not the symptom. Pool exhausted, not '500 errors'.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743200"/>
            <a:ext cx="4206240" cy="804672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74320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7889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072384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The exact log line. Quote it. Don't paraphrase technical evidence.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03320"/>
            <a:ext cx="8503920" cy="804672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7033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749040"/>
            <a:ext cx="8275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Recommended Fixes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" y="4032504"/>
            <a:ext cx="8275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Concrete actions. Identifying the problem without solutions is half a report.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 050  ·  500 Errors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102412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17957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1615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 logs immediately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1288" y="139903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grep 'ERROR' and grep '500' get you to the signal in seconds. Never scroll.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206240" cy="102412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117957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21615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96128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 the message, not the code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596128" y="139903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'500' tells you something broke. 'connection pool exhausted' tells you exactly what and why.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2148840"/>
            <a:ext cx="4206240" cy="102412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4632" y="236829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40487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61288" y="2240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Intermittent = resource limit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61288" y="258775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Works in testing, fails under load? Almost always a pool, thread, or memory limit.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148840"/>
            <a:ext cx="4206240" cy="102412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19472" y="236829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404872"/>
            <a:ext cx="493776" cy="4937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96128" y="2240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 check first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596128" y="258775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A running app with a broken endpoint is a different problem to a crashed app.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0040" y="3337560"/>
            <a:ext cx="8503920" cy="1024128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4632" y="355701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593592"/>
            <a:ext cx="493776" cy="4937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61288" y="34290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Reports need actions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161288" y="3776472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F4F2"/>
                </a:solidFill>
              </a:rPr>
              <a:t>Finding the problem is half the job. Recommended fixes make it a complete incident report.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 050  ·  500 Errors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050 — Application Throwing 500 Errors</dc:title>
  <dc:subject>PptxGenJS Presentation</dc:subject>
  <dc:creator>PptxGenJS</dc:creator>
  <cp:lastModifiedBy>PptxGenJS</cp:lastModifiedBy>
  <cp:revision>1</cp:revision>
  <dcterms:created xsi:type="dcterms:W3CDTF">2026-03-20T07:44:23Z</dcterms:created>
  <dcterms:modified xsi:type="dcterms:W3CDTF">2026-03-20T07:44:23Z</dcterms:modified>
</cp:coreProperties>
</file>