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 Pipeline Broken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silent UDP failures in syslog forwarding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60350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035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6035040"/>
            <a:ext cx="772668" cy="36576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6035040"/>
            <a:ext cx="77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rsyslog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2908" y="6035040"/>
            <a:ext cx="694944" cy="36576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2908" y="603504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5012" y="6035040"/>
            <a:ext cx="461772" cy="36576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5012" y="6035040"/>
            <a:ext cx="461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23944" y="6035040"/>
            <a:ext cx="617220" cy="36576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23944" y="6035040"/>
            <a:ext cx="617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78324" y="6035040"/>
            <a:ext cx="1161288" cy="36576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8324" y="603504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— INCIDENT-MON-003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 cold. This is everything you know.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789938"/>
            <a:ext cx="352044" cy="3520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54480" y="1554480"/>
            <a:ext cx="10058400" cy="1280160"/>
          </a:xfrm>
          <a:prstGeom prst="roundRect">
            <a:avLst>
              <a:gd name="adj" fmla="val 5714"/>
            </a:avLst>
          </a:prstGeom>
          <a:solidFill>
            <a:srgbClr val="1A2744"/>
          </a:solidFill>
          <a:ln/>
        </p:spPr>
      </p:sp>
      <p:sp>
        <p:nvSpPr>
          <p:cNvPr id="7" name="Text 4"/>
          <p:cNvSpPr/>
          <p:nvPr/>
        </p:nvSpPr>
        <p:spPr>
          <a:xfrm>
            <a:off x="1783080" y="16916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logs from app-server-03 in central logging for 48 hours. Rsyslog is installed but forwarding appears broken. Need to fix the log pipeline.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TOLD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794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port the aggregator listens 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0" y="329184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TOLD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3794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rsyslog is even running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03920" y="329184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TOLD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778240" y="3794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the config files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investigate.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TLDR — In Plain English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bugs at the same time, both invisible.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from this server are supposed to flow to a central collector, but nothing is arriving. UDP makes the failure silent — no errors, no warnings, just missing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29184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not running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Rsyslog was configured but never started. The config file exists, but no process is reading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31089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329184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52360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40233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forwards to UDP 5515. The aggregator listens on 5514. One digit off — every packet vanishes.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port (5515 → 5514), then start the daemon. Test end-to-end with </a:t>
            </a:r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confirm the message arrives at the aggregator.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Strategy — Walk the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a log message travels through. Check each in order.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1668780" y="2011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2798" y="21556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something logging?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20440" y="18288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A2744"/>
          </a:solidFill>
          <a:ln/>
        </p:spPr>
      </p:sp>
      <p:sp>
        <p:nvSpPr>
          <p:cNvPr id="10" name="Shape 7"/>
          <p:cNvSpPr/>
          <p:nvPr/>
        </p:nvSpPr>
        <p:spPr>
          <a:xfrm>
            <a:off x="4549140" y="2011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158" y="21556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Rsyslog daemon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57600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forwarder running?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18288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A2744"/>
          </a:solidFill>
          <a:ln/>
        </p:spPr>
      </p:sp>
      <p:sp>
        <p:nvSpPr>
          <p:cNvPr id="15" name="Shape 11"/>
          <p:cNvSpPr/>
          <p:nvPr/>
        </p:nvSpPr>
        <p:spPr>
          <a:xfrm>
            <a:off x="7429500" y="2011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518" y="215569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37960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port? Right host?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281160" y="18288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A2744"/>
          </a:solidFill>
          <a:ln/>
        </p:spPr>
      </p:sp>
      <p:sp>
        <p:nvSpPr>
          <p:cNvPr id="20" name="Shape 15"/>
          <p:cNvSpPr/>
          <p:nvPr/>
        </p:nvSpPr>
        <p:spPr>
          <a:xfrm>
            <a:off x="10309860" y="2011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878" y="215569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1832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418320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listening and writing?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 rot="5400000">
            <a:off x="3383280" y="2880360"/>
            <a:ext cx="91440" cy="146304"/>
          </a:xfrm>
          <a:prstGeom prst="rightTriangle">
            <a:avLst/>
          </a:prstGeom>
          <a:solidFill>
            <a:srgbClr val="0D9488"/>
          </a:solidFill>
          <a:ln/>
        </p:spPr>
      </p:sp>
      <p:sp>
        <p:nvSpPr>
          <p:cNvPr id="25" name="Shape 19"/>
          <p:cNvSpPr/>
          <p:nvPr/>
        </p:nvSpPr>
        <p:spPr>
          <a:xfrm rot="5400000">
            <a:off x="6263640" y="2880360"/>
            <a:ext cx="91440" cy="146304"/>
          </a:xfrm>
          <a:prstGeom prst="rightTriangle">
            <a:avLst/>
          </a:prstGeom>
          <a:solidFill>
            <a:srgbClr val="0D9488"/>
          </a:solidFill>
          <a:ln/>
        </p:spPr>
      </p:sp>
      <p:sp>
        <p:nvSpPr>
          <p:cNvPr id="26" name="Shape 20"/>
          <p:cNvSpPr/>
          <p:nvPr/>
        </p:nvSpPr>
        <p:spPr>
          <a:xfrm rot="5400000">
            <a:off x="9144000" y="2880360"/>
            <a:ext cx="91440" cy="146304"/>
          </a:xfrm>
          <a:prstGeom prst="rightTriangle">
            <a:avLst/>
          </a:prstGeom>
          <a:solidFill>
            <a:srgbClr val="0D9488"/>
          </a:solidFill>
          <a:ln/>
        </p:spPr>
      </p:sp>
      <p:sp>
        <p:nvSpPr>
          <p:cNvPr id="27" name="Shape 21"/>
          <p:cNvSpPr/>
          <p:nvPr/>
        </p:nvSpPr>
        <p:spPr>
          <a:xfrm>
            <a:off x="640080" y="4572000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1A2744"/>
          </a:solidFill>
          <a:ln/>
        </p:spPr>
      </p:sp>
      <p:sp>
        <p:nvSpPr>
          <p:cNvPr id="28" name="Text 22"/>
          <p:cNvSpPr/>
          <p:nvPr/>
        </p:nvSpPr>
        <p:spPr>
          <a:xfrm>
            <a:off x="868680" y="4663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order: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6868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 the forwarder running at all? 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(cheapest check — one command)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the forwarder think it should be doing? 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 the config)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 the destination actually listening where the config points? 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(verify with netstat / ss)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Does an end-to-end test message make it through? 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proof)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Is rsyslog Even Running?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diagnostic: ask before reading any config files.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74421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972800" cy="640080"/>
          </a:xfrm>
          <a:prstGeom prst="roundRect">
            <a:avLst>
              <a:gd name="adj" fmla="val 5714"/>
            </a:avLst>
          </a:prstGeom>
          <a:solidFill>
            <a:srgbClr val="0A142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377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pgrep rsyslog
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see: nothing. Empty output, non-zero exit code.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61188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1A2744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read silence?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= no process matching that name.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rsyslog daemon — the thing that reads the config and forwards logs — isn't running.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config says is irrelevant if there's no process to act on it.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512064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1A2744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53035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54480" y="53492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#1 FOUND: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rsyslog daemon is not running.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554480" y="5715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it yet. Verify the config first or you'll fix one bug at a time instead of both.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Quirk — Why service rsyslog status Fails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EC2, you'd use systemctl. In this minimal container, neither works.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74421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if you try it: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972800" cy="868680"/>
          </a:xfrm>
          <a:prstGeom prst="roundRect">
            <a:avLst>
              <a:gd name="adj" fmla="val 4211"/>
            </a:avLst>
          </a:prstGeom>
          <a:solidFill>
            <a:srgbClr val="0A142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3774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service rsyslog status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rsyslog: unrecognized service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33756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474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840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has no systemd.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run a single foreground process by design — no init system to manage services. The rsyslog package is installed but never registered an init script in 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/etc/init.d/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the 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wrapper has nothing to find.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98348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EC2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EC2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017520" y="5440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rsyslog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69480" y="5440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with systemd journal integration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5733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EC2 (older)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017520" y="5733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rsyslog status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69480" y="5733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SysV / Upstart wrapper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8680" y="6025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container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017520" y="60258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pgrep rsyslog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269480" y="6025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init system at all — go direct to processes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Read the Forwarding Config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rsyslog stores custom rules: /etc/rsyslog.d/*.conf drop-ins.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744218"/>
            <a:ext cx="352044" cy="3520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972800" cy="640080"/>
          </a:xfrm>
          <a:prstGeom prst="roundRect">
            <a:avLst>
              <a:gd name="adj" fmla="val 5714"/>
            </a:avLst>
          </a:prstGeom>
          <a:solidFill>
            <a:srgbClr val="0A142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377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/etc/rsyslog.d/50-forwarding.conf
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10972800" cy="868680"/>
          </a:xfrm>
          <a:prstGeom prst="roundRect">
            <a:avLst>
              <a:gd name="adj" fmla="val 4211"/>
            </a:avLst>
          </a:prstGeom>
          <a:solidFill>
            <a:srgbClr val="0A142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1089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Forward all logs to central aggregation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*.* @127.0.0.1:5515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4069080"/>
            <a:ext cx="10972800" cy="2468880"/>
          </a:xfrm>
          <a:prstGeom prst="roundRect">
            <a:avLst>
              <a:gd name="adj" fmla="val 2963"/>
            </a:avLst>
          </a:prstGeom>
          <a:solidFill>
            <a:srgbClr val="1A2744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line piece by piece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*.*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004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facilities, all severities — match every log message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0040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over UDP. (Two @@ would mean TCP)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20040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host — localhost in this case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8680" y="5897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:5515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200400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port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868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question: is port 5515 actually where the aggregator is listening?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What's Actually Listening?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nothing. Verify what is real, not what the config claims.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744218"/>
            <a:ext cx="352044" cy="3520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972800" cy="640080"/>
          </a:xfrm>
          <a:prstGeom prst="roundRect">
            <a:avLst>
              <a:gd name="adj" fmla="val 5714"/>
            </a:avLst>
          </a:prstGeom>
          <a:solidFill>
            <a:srgbClr val="0A142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377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netstat -ulnp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10972800" cy="1371600"/>
          </a:xfrm>
          <a:prstGeom prst="roundRect">
            <a:avLst>
              <a:gd name="adj" fmla="val 2667"/>
            </a:avLst>
          </a:prstGeom>
          <a:solidFill>
            <a:srgbClr val="0A142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108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Internet connections (only servers)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 Local Address      Foreign Address    PID/Program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  0.0.0.0:5514       0.0.0.0:*          8/python3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  127.0.0.11:42981   0.0.0.0:*          -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45720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A2744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663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breakdown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5029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691640" y="5029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only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5321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691640" y="5321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sockets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56144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91640" y="5614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ports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59070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691640" y="5907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process holding socket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45720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A2744"/>
          </a:solidFill>
          <a:ln/>
        </p:spPr>
      </p:sp>
      <p:sp>
        <p:nvSpPr>
          <p:cNvPr id="21" name="Shape 18"/>
          <p:cNvSpPr/>
          <p:nvPr/>
        </p:nvSpPr>
        <p:spPr>
          <a:xfrm>
            <a:off x="6446520" y="47091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04088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#2 FOUND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46520" y="521208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says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:5515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Aggregator is on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:5514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Python listener (PID 8) tells you the truth.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UDP Fails Silently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real-world lesson in this lab.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(@)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246888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Connectionless — fire and forget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30358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944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handshake, no acknowledgement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360273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5112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port? Kernel silently drops the packet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41696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078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logged anywhere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473659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645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find out by checking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173736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(@@)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24688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Connection-oriented — handshake required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30358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944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port? Connection refused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20840" y="360273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35112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Rsyslog logs an error you can see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41696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4078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 once connected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0840" y="47365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4645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production where loss matters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85216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897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UDP-based pipelines need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verification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(does the destination listen? does the test message arrive?). The protocol gives you no error signals.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Apply Fixes in the Right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first, then start the daemon. One round of debugging instead of two.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port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54480" y="2331720"/>
            <a:ext cx="9921240" cy="868680"/>
          </a:xfrm>
          <a:prstGeom prst="roundRect">
            <a:avLst>
              <a:gd name="adj" fmla="val 4211"/>
            </a:avLst>
          </a:prstGeom>
          <a:solidFill>
            <a:srgbClr val="0A142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2423160"/>
            <a:ext cx="9646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sed -i 's/5515/5514/' /etc/rsyslog.d/50-forwarding.conf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749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daemon (no systemd, so call binary directly)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4297680"/>
            <a:ext cx="9921240" cy="868680"/>
          </a:xfrm>
          <a:prstGeom prst="roundRect">
            <a:avLst>
              <a:gd name="adj" fmla="val 4211"/>
            </a:avLst>
          </a:prstGeom>
          <a:solidFill>
            <a:srgbClr val="0A142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4389120"/>
            <a:ext cx="9646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rsyslogd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77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order?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start rsyslog first with the broken config, it confidently forwards messages to a dead end. You've now started a process that's </a:t>
            </a:r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"running but useless"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harder to debug than a stopped one.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imklog Warning — Harmless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in unprivileged containers. Does not affect log forwarding.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744218"/>
            <a:ext cx="352044" cy="3520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972800" cy="1188720"/>
          </a:xfrm>
          <a:prstGeom prst="roundRect">
            <a:avLst>
              <a:gd name="adj" fmla="val 3077"/>
            </a:avLst>
          </a:prstGeom>
          <a:solidFill>
            <a:srgbClr val="0A142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rsyslogd: imklog: cannot open kernel log (/proc/kmsg):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Operation not permitted.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rsyslogd: activation of module imklog failed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657600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1A2744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imklog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rsyslog's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log input module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tries to read the kernel ring buffer at 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/proc/kmsg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requires the 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CAP_SYSLOG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capability. Docker containers don't get that capability by default — quite reasonably so.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544068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A2744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532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ignore it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5852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test path: </a:t>
            </a:r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local syslog socket → rsyslog → UDP forward → aggregator.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imklog is not in that path.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forwarding module loaded fine; we don't need kernel logs.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Prove the Pipeline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Restarting the service is not proof. A test message arriving 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744218"/>
            <a:ext cx="352044" cy="3520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972800" cy="1280160"/>
          </a:xfrm>
          <a:prstGeom prst="roundRect">
            <a:avLst>
              <a:gd name="adj" fmla="val 2857"/>
            </a:avLst>
          </a:prstGeom>
          <a:solidFill>
            <a:srgbClr val="0A142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logger -t test "validation check from $(hostname)"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sleep 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/var/log/aggregated.log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&lt;13&gt;Oct 26 14:32:01 test: validation check from a3f9c2e1b4d7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74904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43434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0A142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343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60320" y="4343400"/>
            <a:ext cx="4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606040" y="43434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0A142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06040" y="4343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/dev/log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97680" y="4343400"/>
            <a:ext cx="4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43400" y="43434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0A142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43400" y="4343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rsyslog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35040" y="4343400"/>
            <a:ext cx="4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80760" y="43434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0A142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4343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:5514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0" y="4343400"/>
            <a:ext cx="4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818120" y="43434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0A142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18120" y="4343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509760" y="4343400"/>
            <a:ext cx="4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555480" y="434340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0A142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55480" y="4343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/var/log/aggregated.log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message appears in the aggregated log, the pipeline is working end-to-end.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57150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1A2744"/>
          </a:solidFill>
          <a:ln/>
        </p:spPr>
      </p:sp>
      <p:sp>
        <p:nvSpPr>
          <p:cNvPr id="29" name="Text 26"/>
          <p:cNvSpPr/>
          <p:nvPr/>
        </p:nvSpPr>
        <p:spPr>
          <a:xfrm>
            <a:off x="86868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run: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validate 052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6 of 6 checks should pass.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Gotcha Log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minimalism vs production EC2 — survival kit, not legacy junk.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EC2 (canonical)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container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differs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09728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066544"/>
            <a:ext cx="1101852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rsyslog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pgrep rsyslog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systemd in container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706624"/>
            <a:ext cx="1101852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rsyslog status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pgrep rsyslog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init script registered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346704"/>
            <a:ext cx="1101852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start rsyslog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383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rsyslogd  (run binary)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3383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no init script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986784"/>
            <a:ext cx="1101852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-ulnp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4023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netstat -ulnp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iproute2 not installed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626864"/>
            <a:ext cx="1101852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663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warning)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663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imklog: kernel log perm denied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0" y="4663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CAP_SYSLOG not granted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321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pattern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5943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containers, hardened jumphosts, and stripped production servers often lack modern tools. Knowing the older fallbacks is what separates the engineer who ships a fix in 5 minutes from the one stuck SSH'd in not knowing what they have.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Bug Set Is Realistic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simultaneous bugs that mask each other — happens constantly in production.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744218"/>
            <a:ext cx="352044" cy="3520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972800" cy="3108960"/>
          </a:xfrm>
          <a:prstGeom prst="roundRect">
            <a:avLst>
              <a:gd name="adj" fmla="val 2353"/>
            </a:avLst>
          </a:prstGeom>
          <a:solidFill>
            <a:srgbClr val="1A2744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377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behind incidents like this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8346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27889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deploys a new logging config — Terraform module, Ansible playbook, manual SSH session.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429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08760" y="33832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 writes the config file but the service restart step fails or is skipped.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40233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08760" y="3977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notices because UDP forwarding to a wrong port produces no errors.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14400" y="4617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08760" y="4572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or weeks later, someone goes looking for logs that should exist and finds nothing.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55321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6235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masking effect: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the daemon were down, you'd find the port issue once you started it. If only the port were wrong, you'd find the daemon issue once you saw "no logs".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broken at once = silence = same symptom = pipeline-walking is the only reliable approach.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rsyslog — Production Patterns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diagnostic mindset transfers to whatever stack you meet.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18962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/ EFK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Rsyslog → Logstash or Fluentd → Elasticsearch → Kibana for search and dashboards.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5544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A2744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7830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877" y="189623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783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Fluent Bit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24231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AWS-native: agent forwards to CloudWatch Logs; query with CloudWatch Insights.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A2744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917" y="189623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783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(JSON) logging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66760" y="24231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emit JSON, not free-text syslog. Forwarder doesn't care; downstream queries are easier.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4290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A2744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3657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" y="377075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657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encryption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4297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@@ with TLS in rsyslog. Logs contain IPs, usernames, stack traces — encrypt in transit.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4290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A2744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3657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877" y="377075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3657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Disk-assisted queues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4297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locally if destination is unreachable. Drains when it recovers. Prevents loss during outages.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4290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A2744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3657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917" y="377075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3657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SG rules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66760" y="4297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port produces the same symptom as everything else. Always check the network path.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" y="548640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/>
        </p:spPr>
      </p:sp>
      <p:sp>
        <p:nvSpPr>
          <p:cNvPr id="35" name="Text 27"/>
          <p:cNvSpPr/>
          <p:nvPr/>
        </p:nvSpPr>
        <p:spPr>
          <a:xfrm>
            <a:off x="868680" y="5577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constant: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pipeline, check each stage, don't trust the config — verify what's actually happening. The diagnostic mindset transfers cleanly across all of these stacks.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take with you to the next incident.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916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 are the most dangerous class of bug — UDP gives you zero error signals.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4231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286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cheapest thing first. "Is the process even running?" takes one command.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1546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is UDP, @@ is TCP in rsyslog forwarding syntax. Common gotcha — worth memorising.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8862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749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 tells you what should happen. netstat / ss tells you what is happening. When they disagree, reality wins.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6177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480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is your best friend for syslog testing — cleanest way to verify pipelines end-to-end.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21208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53492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212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pipeline, end to end. Methodically check each stage in order — catches bugs hiding behind other bugs.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94360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60807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6080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17320" y="5943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fallback commands. Minimal containers and hardened hosts often lack modern tools.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traps that turn a 5-minute fix into a 5-hour debugging session.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8859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rsyslog before fixing the config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a process "running but useless" — harder to debug than a stopped one.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5544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1783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990" y="18859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83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config without verifying the listener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675120" y="233172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have started rsyslog and still seen no logs, hunting a different bug.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1546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383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4861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83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Panicking at the imklog warning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68680" y="393192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herring in containers. Read the message — kernel log — and ask: do I need that right now?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46520" y="31546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/>
        </p:spPr>
      </p:sp>
      <p:sp>
        <p:nvSpPr>
          <p:cNvPr id="20" name="Shape 15"/>
          <p:cNvSpPr/>
          <p:nvPr/>
        </p:nvSpPr>
        <p:spPr>
          <a:xfrm>
            <a:off x="6675120" y="3383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990" y="34861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383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@ (UDP) when destination expects TCP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675120" y="393192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loses messages silently. Default to TCP unless throughput pressure forces UDP.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7548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49834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508635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983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end-to-end tests after the fix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68680" y="553212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Restarting the service is not proof. A logger message arriving is.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446520" y="47548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/>
        </p:spPr>
      </p:sp>
      <p:sp>
        <p:nvSpPr>
          <p:cNvPr id="30" name="Shape 23"/>
          <p:cNvSpPr/>
          <p:nvPr/>
        </p:nvSpPr>
        <p:spPr>
          <a:xfrm>
            <a:off x="6675120" y="49834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990" y="508635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4983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firewall / security group rules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675120" y="553212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cloud envs, a blocked port looks identical to every other failure. Always check the network path.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&amp;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container, no AWS resources, no costs.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744218"/>
            <a:ext cx="352044" cy="3520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972800" cy="1188720"/>
          </a:xfrm>
          <a:prstGeom prst="roundRect">
            <a:avLst>
              <a:gd name="adj" fmla="val 3077"/>
            </a:avLst>
          </a:prstGeom>
          <a:solidFill>
            <a:srgbClr val="0A142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~/cloud-engineer-labs/monitoring-labs/lab-052-log-aggregation-broken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down -v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6576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794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anonymous volumes — wipes test logs from this run so the next start is clean.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terraform destroy needed.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8006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A2744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937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again from broken state: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container rebuilds from the image and re-runs 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inject-faults.sh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git checkout needed.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594360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052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Difficulty: Intermediate  ·  Category: Monitoring / Logging  ·  Skills: syslog, rsyslog, UDP forwarding, pipeline diagnostics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052 — Log Aggregation Pipeline Broken</dc:title>
  <dc:subject>PptxGenJS Presentation</dc:subject>
  <dc:creator>PptxGenJS</dc:creator>
  <cp:lastModifiedBy>PptxGenJS</cp:lastModifiedBy>
  <cp:revision>1</cp:revision>
  <dcterms:created xsi:type="dcterms:W3CDTF">2026-05-02T09:31:22Z</dcterms:created>
  <dcterms:modified xsi:type="dcterms:W3CDTF">2026-05-02T09:31:22Z</dcterms:modified>
</cp:coreProperties>
</file>