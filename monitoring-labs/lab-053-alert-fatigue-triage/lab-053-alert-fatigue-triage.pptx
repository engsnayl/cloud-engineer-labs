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Triage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noisy alert config, applying triage principles,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rebuilding it to actually be useful.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577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alerts/day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0624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206240" y="5577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9377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→ 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863840" y="5577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after triage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64240" cy="2926080"/>
          </a:xfrm>
          <a:prstGeom prst="roundRect">
            <a:avLst>
              <a:gd name="adj" fmla="val 3125"/>
            </a:avLst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4950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INCIDENT-MON-004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73736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P2 · Reporter: Engineering Manager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"On-call burnout. 200+ alerts/day, 95% are non-actionable.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is ignoring alerts. Real incidents are being missed 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noise. Triage and fix."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ticket does NOT tell you: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5321808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alert config lives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5321808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tooling is in play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5779008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alerts are the noisy ones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5779008"/>
            <a:ext cx="137160" cy="137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"good" should look like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steps, in order. Each one earns the next.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842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8562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config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alert config live? Start with /opt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198424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84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40880" y="185623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config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2240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jumps out? Thresholds, severity, naming patterns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1868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0906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the log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4747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config says vs what is firing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292608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5080" y="321868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40880" y="309067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principles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4747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realistic, proportionate, rate-not-event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6052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4531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43251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alert by alert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7091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for each: keep &amp; fix, convert to rate, or delete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16052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5080" y="445312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040880" y="432511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new config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470916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file, not an in-place edit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39496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568756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687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417320" y="555955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JSON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417320" y="59436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python3 -m json.tool — non-negotiable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5394960"/>
            <a:ext cx="5532120" cy="1097280"/>
          </a:xfrm>
          <a:prstGeom prst="roundRect">
            <a:avLst>
              <a:gd name="adj" fmla="val 8333"/>
            </a:avLst>
          </a:prstGeom>
          <a:solidFill>
            <a:srgbClr val="1A27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355080" y="5687568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5687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040880" y="5559552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validator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40880" y="59436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validate 053 — confirms the fix is defensible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Config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a monitoring config live on a Linux box?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/opt/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inject-faults.sh   monitoring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/opt/monitoring/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alert-log.txt   alerts.json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2882" y="19394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78040" y="1874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Hierarchy Standard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24688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    Optional / third-party software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/etc/    System config files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/var/lib/    Application state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/usr/local/    Local installs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92240" y="42062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/opt is empty, fall back to: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find / -name "*alert*" 2&gt;/dev/null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found: alerts.json (the config) and alert-log.txt (evidence of what fired)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Read the Config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should jump out immediately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24393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at the floor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3774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at 1%. Memory at 10%. Response time at 10ms. SSL at 365 days. Every threshold sits below normal operating range.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36612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429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"critical"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691640" y="37947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alerts have severity=critical. If everything is critical, nothing is. The severity ladder carries no information.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1A2744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9377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5078578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463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Single-event alerts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691640" y="52120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http_5xx_any, log_error_any, container_restart, pod_pending_1s — alerts that fire on one occurrence, not on a sustained pattern.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080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Linux server idles at 1–5% CPU. A healthy web app responds in 50–300ms.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thresholds will fire constantly because normal systems exceed them.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First-Instinct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anything: do NOT edit the original file.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(wrong)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alerts.json in place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321868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108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state is overwritten — gone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372160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611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before/after diff to review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68680" y="422452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1148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roll back if fix breaks things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68680" y="4727448"/>
            <a:ext cx="109728" cy="10972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sees only the final state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18" name="Shape 15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99522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08660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pattern (right)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400800" y="26060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 to alerts-fixed.json alongside it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492240" y="321868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10896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preserved for postmortem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492240" y="372160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3611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is the audit trail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492240" y="422452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41148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is one command: mv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492240" y="4727448"/>
            <a:ext cx="109728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5"/>
          <p:cNvSpPr/>
          <p:nvPr/>
        </p:nvSpPr>
        <p:spPr>
          <a:xfrm>
            <a:off x="6720840" y="46177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instinct as PR vs commit-to-main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 is the audit trail. Lose the diff and you have lost half the value of the fix.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Confirm with the Log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config tells you what would fire. The log tells you what is firing.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alert-log.txt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698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cpu_above_1_percent       CPU at 3% on web-01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memory_above_10_percent   Memory at 45% on web-01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response_time_above_10ms  Response 42ms on /api/users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disk_above_50_percent     Disk at 62% on db-01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http_5xx_any              1 error on /api/payments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 ssl_cert_expiry_365d      cert expires in 340 days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(repeats 200+ times per day)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those values actually mean: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3%, 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6596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idle web server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45%, 38%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healthy memory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0" y="5074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281160" y="5074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good performance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62% disk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5577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fine, 38% headroom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06240" y="5577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× 500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23560" y="5577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error, not an incident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863840" y="5577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340 days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281160" y="5577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cert is fine for 11 months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on-call engineer is being paged for a healthy system.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Detour — What's Reading This JSON?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lab: nothing. It's a simulation. In real life: YAML, read by the monitoring tool.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Prometheus alert rule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alert: HighCPU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expr: 100 - (avg by(instance)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(rate(node_cpu_seconds_total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{mode="idle"}[5m])) * 100) &gt; 80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for: 10m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severity: warning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annotations: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summary: "CPU &gt; 80% on {{ $labels.instance }}"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runbook: "wiki/runbooks/high-cpu"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98348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the simulation hides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0" y="2286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2651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query, not a flat number. The threshold (&gt;80) is just the tail.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for: 10m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3794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must hold continuously for 10 min before firing. Eliminates spike noise.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&amp; annotations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49377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drives Alertmanager routing. Annotations carry runbook URLs.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triage skill transfers identically. Tool changes; the four questions don't.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Triage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these to every alert before changing a single number.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0509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1208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50876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actionable?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606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the on-call engineer take any action when this fires? "CPU at 3%" — no. "CPU sustained at 95%" — yes.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19202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559" y="205099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83564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713232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threshold realistic?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00800" y="2606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belong above the normal range, not at its floor. CPU 80% warn / 95% crit. Memory 85% / 95%.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429127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1208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15087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severity proportionate?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7724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= wake someone up. Warning = ticket for business hours. Info = dashboard only. Use the ladder.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0800" y="416052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559" y="429127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83564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0"/>
          <p:cNvSpPr/>
          <p:nvPr/>
        </p:nvSpPr>
        <p:spPr>
          <a:xfrm>
            <a:off x="713232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this be a rate, not an event?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400800" y="4846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500 error is noise. 5% of requests returning 500 is an incident. Same logic for log errors, restarts, packet loss.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Severity Ladder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a contract with the on-call engineer. Don't break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68880" y="18745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someone up.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down or about to be.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on-call immediately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(PagerDuty phone call)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98280" y="187452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95% sustained · 5xx &gt; 5% of requests · disk 95%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47472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33832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needs attention soon.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urgent enough to page.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3383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ticket or Slack message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 hours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98280" y="33832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80% · memory 85% · slow response · cert expires in 30d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983480"/>
            <a:ext cx="1554480" cy="502920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983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68880" y="48920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dashboards and audit only.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notification.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4892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on dashboards.</a:t>
            </a:r>
            <a:endParaRPr lang="en-US" sz="1100" dirty="0"/>
          </a:p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human is told.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98280" y="489204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started · scaling event · routine restart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everything is critical, nothing is.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vs Event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count-based alert can't tell a busy system from a broken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requests/hour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of them return 500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5% error rate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474720"/>
            <a:ext cx="4983480" cy="2926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4747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Definitely an incident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2103120"/>
          </a:xfrm>
          <a:prstGeom prst="roundRect">
            <a:avLst>
              <a:gd name="adj" fmla="val 4348"/>
            </a:avLst>
          </a:prstGeom>
          <a:solidFill>
            <a:srgbClr val="1A274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24231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1,000,000 requests/hour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of them return 500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0.0005% error rate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474720"/>
            <a:ext cx="4983480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474720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noise — totally fine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A2744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434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455554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08760" y="4434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in the alert's meaning, not just the threshold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77240" y="50292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http_5xx_any (count of errors)  →  http_5xx_rate (percentage of total requests)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" y="54406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Prometheus this is the rate() function over a time window: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rate(http_requests_total{status=~"5.."}[5m]) / rate(http_requests_total[5m])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 applies to log errors, container restarts, and packet loss.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Triage Verdicts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alerts → 9. Three verdicts: keep &amp; fix, convert to rate, delete.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alert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691640"/>
            <a:ext cx="1554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6692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075688"/>
            <a:ext cx="1106424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7568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cpu_above_1_percent (1%, crit)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2130552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30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207568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80% warning + 95% critical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459736"/>
            <a:ext cx="1106424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597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memory_above_10_percent (10%, crit)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34840" y="251460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2514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24597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85% warning + 95% critical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843784"/>
            <a:ext cx="1106424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8437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disk_above_50_percent (50%, crit)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2898648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2898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35040" y="284378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80% warning + 95% critical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227832"/>
            <a:ext cx="1106424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278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http_5xx_any (1, crit)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3282696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2826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322783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Rate-based: 5% of total requests, critical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3611880"/>
            <a:ext cx="1106424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611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response_time_above_10ms (10ms, crit)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34840" y="3666744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4434840" y="36667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361188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2000ms warning. Slow ≠ down.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3995928"/>
            <a:ext cx="1106424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9959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container_restart (1, crit)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434840" y="4050792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40507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35040" y="39959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restarts are normal. Belongs as a trend alert.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4379976"/>
            <a:ext cx="1106424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37997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ssl_cert_expiry_365d (365d, crit)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34840" y="4434840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4434840" y="4434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035040" y="43799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to _30d, threshold 30, severity warning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48640" y="4764024"/>
            <a:ext cx="1106424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7640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log_error_any (1, crit)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4818888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4434840" y="48188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035040" y="476402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alerting belongs in Loki / Splunk, not paging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5148072"/>
            <a:ext cx="11064240" cy="38404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514807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network_packet_loss_any (0.01%, crit)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434840" y="5202936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4434840" y="52029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035040" y="514807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0.01% is below noise floor. The internet has packet loss.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553212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pod_pending_1s (1s, crit)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34840" y="5586984"/>
            <a:ext cx="1280160" cy="274320"/>
          </a:xfrm>
          <a:prstGeom prst="roundRect">
            <a:avLst>
              <a:gd name="adj" fmla="val 13333"/>
            </a:avLst>
          </a:prstGeom>
          <a:solidFill>
            <a:srgbClr val="EF4444"/>
          </a:solidFill>
          <a:ln/>
        </p:spPr>
      </p:sp>
      <p:sp>
        <p:nvSpPr>
          <p:cNvPr id="58" name="Text 56"/>
          <p:cNvSpPr/>
          <p:nvPr/>
        </p:nvSpPr>
        <p:spPr>
          <a:xfrm>
            <a:off x="4434840" y="5586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035040" y="5532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 is normal scheduling. Belongs in cluster monitoring.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Config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alerts. Two severity levels. No event-based count alerts.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572000"/>
          </a:xfrm>
          <a:prstGeom prst="roundRect">
            <a:avLst>
              <a:gd name="adj" fmla="val 2000"/>
            </a:avLst>
          </a:prstGeom>
          <a:solidFill>
            <a:srgbClr val="1A274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alerts-fixed.json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6984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"alerts": [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"cpu_above_80_percent",        "threshold": 80,   "severity": "warning"},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"cpu_above_95_percent",        "threshold": 95,   "severity": "critical"},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"memory_above_85_percent",     "threshold": 85,   "severity": "warning"},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"memory_above_95_percent",     "threshold": 95,   "severity": "critical"},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"disk_above_80_percent",       "threshold": 80,   "severity": "warning"},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"disk_above_95_percent",       "threshold": 95,   "severity": "critical"},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"http_5xx_rate",               "threshold": 5,    "severity": "critical"},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"response_time_above_2000ms",  "threshold": 2000, "severity": "warning"},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"ssl_cert_expiry_30d",         "threshold": 30,   "severity": "warning"}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every name, threshold, and severity tells the same story. No mismatches.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Gotchas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unforgiving. Three mistakes you will make at some 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commas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77240" y="2606040"/>
            <a:ext cx="3154680" cy="1554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65176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"alerts": [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"a"},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{"name": "b"},  ← fatal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42976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does not allow them. JavaScript and Python do; YAML does. Always check the last element.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A2744"/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20409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1208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quote style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480560" y="2606040"/>
            <a:ext cx="3154680" cy="1554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0" y="265176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'name': 'x' }   ← invalid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name: "x" }     ← invalid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"x" }   ← OK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480560" y="42976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quotes around both keys and string values. Single quotes are not valid JSON.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955280" y="169164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1A2744"/>
          </a:solidFill>
          <a:ln/>
        </p:spPr>
      </p:sp>
      <p:sp>
        <p:nvSpPr>
          <p:cNvPr id="19" name="Shape 15"/>
          <p:cNvSpPr/>
          <p:nvPr/>
        </p:nvSpPr>
        <p:spPr>
          <a:xfrm>
            <a:off x="8183880" y="1920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81" y="204094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15400" y="196596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8183880" y="2606040"/>
            <a:ext cx="3154680" cy="155448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3" name="Text 18"/>
          <p:cNvSpPr/>
          <p:nvPr/>
        </p:nvSpPr>
        <p:spPr>
          <a:xfrm>
            <a:off x="8275320" y="2651760"/>
            <a:ext cx="2971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this breaks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/* this too */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"x"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183880" y="42976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has no comment syntax. Use a "description" field as data, or move to YAML.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/>
        </p:spPr>
      </p:sp>
      <p:sp>
        <p:nvSpPr>
          <p:cNvPr id="26" name="Text 21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Mandatory before running the validator:  python3 -m json.tool /opt/monitoring/alerts-fixed.json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— Edited the Wrong File?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validator checks failing on the first run is the signature of a missing file.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20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recovery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6060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setup script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06324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/opt/inject-faults.sh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/opt/monitoring/alerts.json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61772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the script uses cat &gt; file &lt;&lt; EOF, which overwrites every time. Idempotent by design.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172200" y="169164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A2744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99522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920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Nuclear option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400800" y="260604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and recreate the container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306324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4617720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you can't be sure of the state. Wipes the container, runs inject-faults.sh fresh from the image.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write your fix to alerts-fixed.json — never to alerts.json.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belong above normal, not at the floor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2402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alert at the floor, you're alerting on "the system is on."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0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6916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is a contract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400800" y="224028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= page. Warning = ticket. Info = dashboard. Break the contract and the on-call rota stops trusting it.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32461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33668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246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rates, not events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77240" y="37947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500 error is noise. 5% of requests returning 500 is an incident.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72200" y="301752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0" y="32461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501" y="33668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32320" y="3246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is a valid fix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400800" y="379476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alerts shouldn't exist in this form at all. Don't be afraid to delete.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4800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1" y="49213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08760" y="4800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broken state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77240" y="53492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fix to a new file. The diff is the audit trail.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72200" y="457200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1A2744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1501" y="492130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32320" y="4800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is a safety issue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6400800" y="5349240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95% are noise, the 5% that are real go unanswered. Tuning alerts is incident-response infrastructure.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26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053 — Alert Fatigue Triage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2026-05-02T11:39:27Z</dcterms:created>
  <dcterms:modified xsi:type="dcterms:W3CDTF">2026-05-02T11:39:27Z</dcterms:modified>
</cp:coreProperties>
</file>