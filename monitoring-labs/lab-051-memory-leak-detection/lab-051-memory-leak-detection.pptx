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11274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 Detection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unbounded memory growth in production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33288" y="457200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47365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486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· Performance · Linux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arrive on call. This is everything you have.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2286000"/>
          </a:xfrm>
          <a:prstGeom prst="roundRect">
            <a:avLst>
              <a:gd name="adj" fmla="val 32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18047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600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INCIDENT-MON-002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1945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 trending up linearly. Server starts at 30% memory, now at 75% after 6 hours. OOM kill expected within 2 hours. Find the leaking process.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57200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89" y="4644009"/>
            <a:ext cx="176022" cy="1760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45537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memory is climbing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502920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89" y="5101209"/>
            <a:ext cx="176022" cy="17602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97280" y="50109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OOM kill projected in 2 hours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548640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89" y="5558409"/>
            <a:ext cx="176022" cy="1760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5468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lab051-memory-leak-detection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5943600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089" y="6015609"/>
            <a:ext cx="176022" cy="17602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59253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names. No PIDs. No further context.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in Plain English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Python processes. One is leaking. Kill the right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8047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process pretending to be a "cache". It writes a 10KB entry to a dictionary every 0.2 seconds — and never removes anything.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40233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KB × 5 inserts/sec × 60 sec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3 MB per minute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≈ 180 MB per hour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Unbounded. The dictionary grows forever.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45352" y="1463040"/>
            <a:ext cx="5486400" cy="4937760"/>
          </a:xfrm>
          <a:prstGeom prst="roundRect">
            <a:avLst>
              <a:gd name="adj" fmla="val 148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65392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549" y="1804797"/>
            <a:ext cx="276606" cy="2766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1600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legitimate app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65392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Python loop that does nothing meaningful — sleep, wake, sleep, wake. Constant memory. Doing its job.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565392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65392" y="402336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time.sleep(60)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this and you cause an outage.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Investigation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problems decompose the same way every 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7335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level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9385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symptom: free -m, monitoring log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27080" y="171907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9950" y="1821942"/>
            <a:ext cx="251460" cy="2514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24688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58775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37160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 snapshot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71600" y="2852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memory: ps aux --sort=-%mem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10927080" y="263347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50" y="2736342"/>
            <a:ext cx="251460" cy="2514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57200" y="33832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0080" y="350215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13716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 trend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371600" y="37673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suspect grow over 30-60s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10927080" y="354787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9950" y="3650742"/>
            <a:ext cx="251460" cy="25146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57200" y="42976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40080" y="441655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40080" y="4416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1371600" y="4389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code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1371600" y="46817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cmdline reveals what it actually does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10927080" y="446227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9950" y="4565142"/>
            <a:ext cx="251460" cy="25146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457200" y="521208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40080" y="5330952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40080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29"/>
          <p:cNvSpPr/>
          <p:nvPr/>
        </p:nvSpPr>
        <p:spPr>
          <a:xfrm>
            <a:off x="1371600" y="5303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and verify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1371600" y="5596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SIGTERM, then ps to confirm state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10927080" y="537667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9950" y="5479542"/>
            <a:ext cx="251460" cy="25146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work top-down. Skipping a step is how engineers kill the wrong process.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Confirm the symptom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lie. Verify before you investigate.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-m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       Reports memory usage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         Display in megabytes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snapshot. Tells you the current state but says nothing about the trend.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46304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600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/var/log/monitoring/memory.log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28232" y="2103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readings every 5 seconds.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you the trend.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28232" y="2834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this lives in Prometheus, Grafana, CloudWatch — same purpose.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1274552" cy="2468880"/>
          </a:xfrm>
          <a:prstGeom prst="roundRect">
            <a:avLst>
              <a:gd name="adj" fmla="val 296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4227957"/>
            <a:ext cx="276606" cy="27660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63040" y="4069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gotcha: system metrics lag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" y="46177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 MB/minute leak is invisible at the system level for the first hour. free -m may show 30%, monitoring log may look flat — but the leak is real, just not yet visible at this resolution.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conclude the ticket is wrong. Per-process metrics catch leaks earlier. Zoom in.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Rank processes by memory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X is high on a server, the answer is always: rank processes by 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1280160"/>
          </a:xfrm>
          <a:prstGeom prst="roundRect">
            <a:avLst>
              <a:gd name="adj" fmla="val 571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aux --sort=-%mem | head -10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tool for finding memory hogs on any Linux box. Sort by RSS, take the top.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breakdown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33375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running processes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77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39776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all users · u = user-friendly format · x = include processes without a terminal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617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--sort=-%mem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46177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memory column. The minus sign means descending (highest first)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2578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257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head -10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34640" y="525780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to head — show only the top 10 lines so you don't drown in output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1264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to read: %MEM (percentage of system RAM) and RSS (actual physical RAM in KB).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ps aux actually shows you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lab, the diagnosis is hiding in plain sight.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0020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9  RSS 17440  python3 -c  import time cache = {} counter =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while True:  cache[f'session_{counter}'] = 'x' * 10240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counter += 1  time.sleep(0.2)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8  RSS  6688  python3 -c  import time while True: time.sleep(60)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520440"/>
            <a:ext cx="11274552" cy="2926080"/>
          </a:xfrm>
          <a:prstGeom prst="roundRect">
            <a:avLst>
              <a:gd name="adj" fmla="val 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3816477"/>
            <a:ext cx="276606" cy="2766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3657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already identified the leaker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41605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process is started with python3 -c "...", the entire script is part of the command line. ps aux shows it directly. Look at PID 9: cache = {} with no eviction. That's the leak, full stop.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DO need /proc/&lt;PID&gt;/cmdline: when the process was started from a script file (e.g. python3 myservice.py). Then ps shows you the script name, not the contents. Read the file or check the deployment manifest.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Watch the suspect grow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memory is not the same as leaking memory. The trend is the diagnosis.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1097280"/>
          </a:xfrm>
          <a:prstGeom prst="roundRect">
            <a:avLst>
              <a:gd name="adj" fmla="val 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-n 2 'ps aux --sort=-%mem | head -5'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Refreshes every 2 seconds. Watch RSS climb on one process while others stay flat.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in this run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9 (suspect)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10:15  →  17,440 KB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10:17  →  23,072 KB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Growth: +5.6 MB / 2 min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8 (legit)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10:15  →  6,688 KB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10:17  →  6,688 KB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Growth: zero, to the byte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2697480"/>
            <a:ext cx="5486400" cy="3749040"/>
          </a:xfrm>
          <a:prstGeom prst="roundRect">
            <a:avLst>
              <a:gd name="adj" fmla="val 195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conclusive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28232" y="32004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~2.8 MB/min observed.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says: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KB × 5/sec × 60 sec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 MB/min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fit the source.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30-60 seconds of watching is enough. Don't stare for 10 minutes.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Kill the leaker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first. Forceful only if needed.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7487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&lt;PID&gt;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SIGTERM by default. Asks the process to shut down cleanly — flush logs, close connections.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5352" y="14630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65392" y="16459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262" y="17487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6276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kill -9 &lt;PID&gt;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565392" y="2240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SIGKILL. The kernel rips the process out instantly. No cleanup. Use only when SIGTERM is ignored.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3520440"/>
            <a:ext cx="11274552" cy="2926080"/>
          </a:xfrm>
          <a:prstGeom prst="roundRect">
            <a:avLst>
              <a:gd name="adj" fmla="val 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97" y="3816477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6576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verify — both directions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77724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-p &lt;leaker-PID&gt;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7724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output OR &lt;defunct&gt; = dead. Both win.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-p &lt;legit-PID&gt;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63640" y="4663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command shown, NOT &lt;defunct&gt; = alive.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77240" y="5760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killed something" is not the same as "I killed the right thing and only the right thing."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Gotcha: PID recycling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-0 lies to you. Here's lie #1.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4937760"/>
          </a:xfrm>
          <a:prstGeom prst="roundRect">
            <a:avLst>
              <a:gd name="adj" fmla="val 148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8047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1945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reuses PIDs aggressively, especially in containers with few processes. The kernel can assign your dead process's PID to a brand-new short-lived process within seconds.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520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" y="393192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-0 &lt;PID&gt; returns success → "process exists!" → you assume your target is alive → you panic and re-kill → but PID is now a different process and you killed something innocent.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5212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ps -p &lt;PID&gt; instead. ps shows the COMMAND, so you can confirm it's actually the process you think it is.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Gotcha: Zombie processes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-0 lie #2. The one we hit live in this lab.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182880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97" y="180479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zombie?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1488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process dies, its parent must call wait() to "reap" it. Until that happens, the dead process stays in the process table as &lt;defunct&gt;. It uses no CPU or memory — just an entry. The kernel keeps it around so the parent can read its exit code.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states (ps STAT column)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887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 (waiting) — most processes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4846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8872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Uninterruptible sleep (disk I/O)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5257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18872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 — dead, parent hasn't reaped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" y="5669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5669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(e.g. SIGSTOP)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45352" y="3474720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28232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Docker makes this worse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6428232" y="402336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PID 1 is often something simple like tail -f /dev/null. That command isn't designed to reap zombies. So killed children stay as &lt;defunct&gt; forever.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fix: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docker run --init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init: true (in compose)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injects tini as PID 1, which reaps properly.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caught the zombie live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originally lied to us. Here's how we fixed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validator output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Leaking process has been killed   ← FALSE NEGATIVE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No python3 process consuming excessive memory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Legitimate application still running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74552" cy="1463040"/>
          </a:xfrm>
          <a:prstGeom prst="roundRect">
            <a:avLst>
              <a:gd name="adj" fmla="val 5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via ps -p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 9   pts/0   00:00:00   python3 &lt;defunct&gt;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leaker was dead. The check was wrong.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11274552" cy="1645920"/>
          </a:xfrm>
          <a:prstGeom prst="roundRect">
            <a:avLst>
              <a:gd name="adj" fmla="val 4444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9377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5040630"/>
            <a:ext cx="251460" cy="2514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17320" y="4937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fix: check process state, not just PID existence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77240" y="5440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/proc/&lt;PID&gt;/stat field 3. State Z (zombie) and PID-not-found both count as "dead." This is the kind of bug you only catch by running labs live.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gotcha log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insights from actually running the lab. Interview gold.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7487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metrics lag per-process metrics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leaks invisible at the system level for hours. Zoom in earlier.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352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28232" y="16459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102" y="17487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22592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aux shows inline -c code directly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28232" y="2103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not need /proc/&lt;PID&gt;/cmdline at all.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3489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recycling fools kill -0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0080" y="3703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process can take the same PID within seconds. Use ps.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45352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28232" y="3246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102" y="334899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22592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Zombies look alive to PID-based checks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28232" y="3703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&lt;defunct&gt; is dead but still in the process table. Check state.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94919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PID 1 doesn't reap zombies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40080" y="53035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-f /dev/null isn't init. Use --init or tini in production.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45352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28232" y="48463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102" y="494919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22592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 is the trend, not the value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28232" y="53035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4GB stable for a year is fine. 50MB → 200MB in an hour is not.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the process is triage. Stopping the leak from coming back is engineering.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748790"/>
            <a:ext cx="251460" cy="251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Eviction policies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in-process cache needs LRU, TTL, or max-size. A cache with no bound is a leak with branding.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5352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28232" y="16459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102" y="174879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22592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real cache stores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28232" y="21031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and Memcached have eviction built in. Stop putting caches in dictionaries.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34899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memory limits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" y="3703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memory per container so a leak can't exhaust the host. Kubernetes and Docker both support this.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45352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28232" y="3246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102" y="3348990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22592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Per-process growth alerts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28232" y="37033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growth rate, not just absolute usage. A growing 40% process is more dangerous than a stable 80% one.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949190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--init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640080" y="53035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 zombies properly. Avoid the gotcha we hit in this lab.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45352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28232" y="48463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102" y="4949190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22592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checklist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428232" y="53035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dict or list growing in a loop must have a documented bound. Review enforces it.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vs real life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thinking is identical. The tooling scales up.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5352" y="1463040"/>
            <a:ext cx="5486400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45352" y="14630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48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python processes, one container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45352" y="214884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148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processes across many hosts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62072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620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run ps and watch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45352" y="2862072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86207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Datadog dashboards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75304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7530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process by hand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45352" y="3575304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28232" y="357530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 with eviction, deployed via CI/CD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88536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8853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1 doesn't reap zombies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45352" y="4288536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28232" y="428853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tini / --init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001768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0017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container, no blast radius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45352" y="5001768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8232" y="5001768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 limits + auto-eviction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71500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7150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 in a text file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45352" y="5715000"/>
            <a:ext cx="5486400" cy="594360"/>
          </a:xfrm>
          <a:prstGeom prst="roundRect">
            <a:avLst>
              <a:gd name="adj" fmla="val 12308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57150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PagerDuty postmortem + RCA review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models that matter for interviews and the next leak.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RSS, %MEM, VSZ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is physical RAM resident. %MEM is RSS as a percentage. VSZ is virtual size (could-use). RSS is the leak metric.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4630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28232" y="16916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76872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 is a trend, not a value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28232" y="21488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stable is fine. 50 MB growing to 200 MB over an hour is the problem.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/proc is the kernel's window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749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cmdline, status, stat, fd, maps — every process knowable as a file under /proc/&lt;PID&gt;/.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30632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28232" y="32918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76872" y="3246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states (R, S, D, Z, 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8232" y="37490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is the special one — dead but unreaped. ps STAT column or /proc/&lt;PID&gt;/stat field 3.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8920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without eviction are leaks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53492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production memory bug. "Just use a dict" → 3am page six months later.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45352" y="466344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8232" y="489204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28232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76872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the right tool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28232" y="53492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for state, not kill -0. The two-second pause to check is cheaper than the outage.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to recognise and avoid.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60020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682496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08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the highest-memory process without confirming it's growing.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2402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32257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148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kill -0 to confirm a kill — fools you on PID recycling and zombies.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78892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94360" y="288036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96265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2788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kill -9 first. SIGTERM, then escalate.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42900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94360" y="352044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602736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Restarting the container to "fix" memory. The leak comes back instantly.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406908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94360" y="416052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242816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43000" y="4069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Concluding the ticket is wrong because free -m looks calm. Per-process metrics catch it earlier.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457200" y="470916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94360" y="480060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4882896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143000" y="47091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report that says "killed the process" but never mentions the eviction policy that needs adding.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57200" y="534924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94360" y="54406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5522976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143000" y="5349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high memory with leaking memory. A 2 GB stable process is fine. A 200 MB growing one is not.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051 — Complete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1732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lab really taught 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2860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4094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2677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 problems top-down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606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→ process → trend → code. Skipping a step is how engineers kill the wrong thing.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15468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333756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34610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3192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destructive actions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3657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seconds of confirmation beats an hour of outage. Use ps, not kill -0.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420624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43891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451256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3708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labs reveal real gotchas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47091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recycling, zombies, container init — only surfaces by running it live.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525780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54406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556412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54223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is triage. Eviction is the fix.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463040" y="5760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bandage stops bleeding. The next on-call shift needs the bug fixed in code.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engsnayl  ·  cloud-engineer-labs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2026-05-02T10:44:57Z</dcterms:created>
  <dcterms:modified xsi:type="dcterms:W3CDTF">2026-05-02T10:44:57Z</dcterms:modified>
</cp:coreProperties>
</file>