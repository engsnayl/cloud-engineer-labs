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0" y="640080"/>
            <a:ext cx="2194560" cy="219456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100584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063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037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34747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Network Policies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91440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Understanding, diagnosing, and fixing overly restrictive NetworkPolicies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NetworkPolicy?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traffic control at the pod level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54864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051560"/>
            <a:ext cx="4114800" cy="3566160"/>
          </a:xfrm>
          <a:prstGeom prst="rect">
            <a:avLst/>
          </a:prstGeom>
          <a:solidFill>
            <a:srgbClr val="1A2E42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051560"/>
            <a:ext cx="64008" cy="3566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143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1481328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default, all pods in a Kubernetes cluster can talk to each other freely — there are no restrictions.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NetworkPolicy is a Kubernetes resource that changes this. Once you apply a policy to a set of pods, only traffic that is explicitly listed as allowed gets through.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is silently dropped — no error message to the pod being blocked, just no connection.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051560"/>
            <a:ext cx="4023360" cy="603504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51560"/>
            <a:ext cx="54864" cy="60350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92040" y="10881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podSelector (spec)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92040" y="13075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pods this policy APPLIES TO — the pods being protected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754880" y="1746504"/>
            <a:ext cx="4023360" cy="603504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1746504"/>
            <a:ext cx="54864" cy="60350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92040" y="17830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ingress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892040" y="20025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about traffic COMING IN to the selected pods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754880" y="2441448"/>
            <a:ext cx="4023360" cy="603504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2441448"/>
            <a:ext cx="54864" cy="60350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92040" y="24780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egress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892040" y="2697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about traffic GOING OUT from the selected pods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754880" y="3136392"/>
            <a:ext cx="4023360" cy="603504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754880" y="3136392"/>
            <a:ext cx="54864" cy="60350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92040" y="31729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from.podSelector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892040" y="33924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pods are ALLOWED to send traffic in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754880" y="3831336"/>
            <a:ext cx="4023360" cy="603504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54880" y="3831336"/>
            <a:ext cx="54864" cy="60350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92040" y="38679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892040" y="4087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port numbers and protocols are allowed through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A Label Mismatch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NetworkPolicy allows role: admin — but the API pods have role: api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54864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234440"/>
            <a:ext cx="2286000" cy="1280160"/>
          </a:xfrm>
          <a:prstGeom prst="rect">
            <a:avLst/>
          </a:prstGeom>
          <a:solidFill>
            <a:srgbClr val="1A2E42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" y="1847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Pod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02920" y="2148840"/>
            <a:ext cx="2011680" cy="256032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02920" y="2148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role: api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834640" y="1792224"/>
            <a:ext cx="13716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743200" y="19202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BLOCKED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788920" y="21762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5432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389120" y="1234440"/>
            <a:ext cx="2286000" cy="1280160"/>
          </a:xfrm>
          <a:prstGeom prst="rect">
            <a:avLst/>
          </a:prstGeom>
          <a:solidFill>
            <a:srgbClr val="1A2E42"/>
          </a:solidFill>
          <a:ln w="25400">
            <a:solidFill>
              <a:srgbClr val="8CA0B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2588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89120" y="1847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Pod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526280" y="2148840"/>
            <a:ext cx="2011680" cy="256032"/>
          </a:xfrm>
          <a:prstGeom prst="rect">
            <a:avLst/>
          </a:prstGeom>
          <a:solidFill>
            <a:srgbClr val="1A2E42"/>
          </a:solidFill>
          <a:ln w="12700">
            <a:solidFill>
              <a:srgbClr val="8CA0B3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526280" y="2148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app: database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858000" y="1097280"/>
            <a:ext cx="1920240" cy="1554480"/>
          </a:xfrm>
          <a:prstGeom prst="rect">
            <a:avLst/>
          </a:prstGeom>
          <a:solidFill>
            <a:srgbClr val="1A2E42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58000" y="1097280"/>
            <a:ext cx="54864" cy="15544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995160" y="11704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NetworkPolicy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995160" y="1426464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role: admin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Port: 5432 only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365760" y="2788920"/>
            <a:ext cx="4023360" cy="804672"/>
          </a:xfrm>
          <a:prstGeom prst="rect">
            <a:avLst/>
          </a:prstGeom>
          <a:solidFill>
            <a:srgbClr val="1A2E42"/>
          </a:solidFill>
          <a:ln w="1905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65760" y="2788920"/>
            <a:ext cx="64008" cy="8046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02920" y="2880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blocked?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502920" y="31363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was written to allow only role: admin. The API pods have role: api — a different label. Kubernetes sees no match, so traffic is dropped silently.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4572000" y="2788920"/>
            <a:ext cx="4206240" cy="804672"/>
          </a:xfrm>
          <a:prstGeom prst="rect">
            <a:avLst/>
          </a:prstGeom>
          <a:solidFill>
            <a:srgbClr val="1A2E42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4572000" y="2788920"/>
            <a:ext cx="64008" cy="8046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709160" y="2880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API pod see?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4709160" y="31363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pod gets a connection timeout trying to reach port 5432. This surfaces as HTTP 500 errors to users — the API can't reach its database.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NetworkPolicy Output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kubectl describe networkpolicy tells you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54864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051560"/>
            <a:ext cx="4206240" cy="3520440"/>
          </a:xfrm>
          <a:prstGeom prst="rect">
            <a:avLst/>
          </a:prstGeom>
          <a:solidFill>
            <a:srgbClr val="0A152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11155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kubectl describe networkpolicy db-restrict -n production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1426464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      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db-restrict
</a:t>
            </a:r>
            <a:pPr indent="0" marL="0">
              <a:buNone/>
            </a:pPr>
            <a:r>
              <a:rPr lang="en-US" sz="105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Namespace:  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
</a:t>
            </a:r>
            <a:pPr indent="0" marL="0">
              <a:buNone/>
            </a:pPr>
            <a:r>
              <a:rPr lang="en-US" sz="105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PodSelector:     </a:t>
            </a:r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app=database
</a:t>
            </a:r>
            <a:pPr indent="0" marL="0">
              <a:buNone/>
            </a:pPr>
            <a:r>
              <a:rPr lang="en-US" sz="105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Allowing ingress:
</a:t>
            </a:r>
            <a:pPr indent="0" marL="0">
              <a:buNone/>
            </a:pPr>
            <a:r>
              <a:rPr lang="en-US" sz="105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 Port: </a:t>
            </a:r>
            <a:pPr indent="0" marL="0">
              <a:buNone/>
            </a:pPr>
            <a:r>
              <a:rPr lang="en-US" sz="1050" b="1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5432/TCP
</a:t>
            </a:r>
            <a:pPr indent="0" marL="0">
              <a:buNone/>
            </a:pPr>
            <a:r>
              <a:rPr lang="en-US" sz="105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From:
</a:t>
            </a:r>
            <a:pPr indent="0" marL="0">
              <a:buNone/>
            </a:pPr>
            <a:r>
              <a:rPr lang="en-US" sz="105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PodSelector: </a:t>
            </a:r>
            <a:pPr indent="0" marL="0">
              <a:buNone/>
            </a:pPr>
            <a:r>
              <a:rPr lang="en-US" sz="105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role=admin
</a:t>
            </a:r>
            <a:pPr indent="0" marL="0">
              <a:buNone/>
            </a:pPr>
            <a:r>
              <a:rPr lang="en-US" sz="105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Policy Types: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Ingress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800600" y="1051560"/>
            <a:ext cx="3977640" cy="749808"/>
          </a:xfrm>
          <a:prstGeom prst="rect">
            <a:avLst/>
          </a:prstGeom>
          <a:solidFill>
            <a:srgbClr val="1A2E42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00600" y="1051560"/>
            <a:ext cx="54864" cy="7498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37760" y="10972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PodSelector (spec)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937760" y="132588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pods this policy protects — here, pods with app=database. This policy affects ONLY those pods.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800600" y="1901952"/>
            <a:ext cx="3977640" cy="749808"/>
          </a:xfrm>
          <a:prstGeom prst="rect">
            <a:avLst/>
          </a:prstGeom>
          <a:solidFill>
            <a:srgbClr val="1A2E42"/>
          </a:solidFill>
          <a:ln w="1905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00600" y="1901952"/>
            <a:ext cx="54864" cy="74980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37760" y="19476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Port: 5432/TCP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937760" y="217627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connections on this port are allowed. All other ports are silently blocked, even from allowed pods.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800600" y="2752344"/>
            <a:ext cx="3977640" cy="749808"/>
          </a:xfrm>
          <a:prstGeom prst="rect">
            <a:avLst/>
          </a:prstGeom>
          <a:solidFill>
            <a:srgbClr val="1A2E42"/>
          </a:solidFill>
          <a:ln w="1905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800600" y="2752344"/>
            <a:ext cx="54864" cy="7498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37760" y="27980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PodSelector: role=admin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937760" y="302666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pods with this label can connect. The API pods have role=api — they don't match, so they're blocked.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800600" y="3602736"/>
            <a:ext cx="3977640" cy="749808"/>
          </a:xfrm>
          <a:prstGeom prst="rect">
            <a:avLst/>
          </a:prstGeom>
          <a:solidFill>
            <a:srgbClr val="1A2E42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800600" y="3602736"/>
            <a:ext cx="54864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37760" y="36484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Types: Ingress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937760" y="387705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policy only controls incoming traffic. Egress (outbound) is not restricted by this policy.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vs OR — The Critical Selector Rule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put the label determines whether it's AND or 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3749040"/>
          </a:xfrm>
          <a:prstGeom prst="rect">
            <a:avLst/>
          </a:prstGeom>
          <a:solidFill>
            <a:srgbClr val="1A2E42"/>
          </a:solidFill>
          <a:ln w="2540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4114800" cy="347472"/>
          </a:xfrm>
          <a:prstGeom prst="rect">
            <a:avLst/>
          </a:prstGeom>
          <a:solidFill>
            <a:srgbClr val="2DC653">
              <a:alpha val="85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424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OR — Two separate selectors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3886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ingress: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from: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podSelector: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matchLabels: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role: api       ← selector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podSelector: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matchLabels: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role: admin     ← selector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29184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is allowed if the pod matches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1  OR  SELECTOR 2.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role: api and role: admin pods can connect.</a:t>
            </a:r>
            <a:endParaRPr lang="en-US" sz="11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4160520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749040" y="422452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fix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663440" y="1005840"/>
            <a:ext cx="4114800" cy="3749040"/>
          </a:xfrm>
          <a:prstGeom prst="rect">
            <a:avLst/>
          </a:prstGeom>
          <a:solidFill>
            <a:srgbClr val="1A2E42"/>
          </a:solidFill>
          <a:ln w="254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1005840"/>
            <a:ext cx="4114800" cy="347472"/>
          </a:xfrm>
          <a:prstGeom prst="rect">
            <a:avLst/>
          </a:prstGeom>
          <a:solidFill>
            <a:srgbClr val="E63946">
              <a:alpha val="80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0" y="10424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AND — Labels in the same selector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00600" y="1417320"/>
            <a:ext cx="3886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ingress: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from: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podSelector: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matchLabels: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role: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role: admin  ← same block!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800600" y="329184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must have BOTH labels simultaneously.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pod has both role: api AND role: admin —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nothing would ever be allowed through.</a:t>
            </a:r>
            <a:endParaRPr lang="en-US" sz="11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60520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818120" y="4224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— Add role: api as an Allowed Source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second podSelector alongside the existing admin rule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54864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005840"/>
            <a:ext cx="4023360" cy="2926080"/>
          </a:xfrm>
          <a:prstGeom prst="rect">
            <a:avLst/>
          </a:prstGeom>
          <a:solidFill>
            <a:srgbClr val="0A1520"/>
          </a:solidFill>
          <a:ln w="1905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005840"/>
            <a:ext cx="4023360" cy="292608"/>
          </a:xfrm>
          <a:prstGeom prst="rect">
            <a:avLst/>
          </a:prstGeom>
          <a:solidFill>
            <a:srgbClr val="E63946">
              <a:alpha val="75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424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Broken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1353312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ingress: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from: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podSelector: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matchLabels: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role: admin   ← only admin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98848" y="2359152"/>
            <a:ext cx="50292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62272" y="217627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120640" y="1005840"/>
            <a:ext cx="3657600" cy="2926080"/>
          </a:xfrm>
          <a:prstGeom prst="rect">
            <a:avLst/>
          </a:prstGeom>
          <a:solidFill>
            <a:srgbClr val="0A1520"/>
          </a:solidFill>
          <a:ln w="1905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120640" y="1005840"/>
            <a:ext cx="3657600" cy="292608"/>
          </a:xfrm>
          <a:prstGeom prst="rect">
            <a:avLst/>
          </a:prstGeom>
          <a:solidFill>
            <a:srgbClr val="2DC653">
              <a:alpha val="75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12080" y="104241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Fixed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257800" y="1353312"/>
            <a:ext cx="3429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ingress: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from: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podSelector: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matchLabels: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role: api    ←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ADDED
</a:t>
            </a:r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podSelector: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matchLabels: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role: admin  ← kept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65760" y="4069080"/>
            <a:ext cx="8412480" cy="749808"/>
          </a:xfrm>
          <a:prstGeom prst="rect">
            <a:avLst/>
          </a:prstGeom>
          <a:solidFill>
            <a:srgbClr val="1A2E42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65760" y="4069080"/>
            <a:ext cx="64008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41788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NetworkPolicies take effect immediately — no pod restart required. Once you kubectl apply the updated policy, the API pods can connect to the database on port 5432 straight away.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— The Commands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broken state to verified fix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24712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24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1051560"/>
            <a:ext cx="7909560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1051560"/>
            <a:ext cx="54864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088136"/>
            <a:ext cx="7635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networkpolicy db-restrict -n production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1353312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policy. Confirm it only allows role=admin.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883664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883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68680" y="1810512"/>
            <a:ext cx="7909560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1810512"/>
            <a:ext cx="54864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1847088"/>
            <a:ext cx="7635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 -n production --show-labels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05840" y="2112264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pod labels. Confirm API pods have role=api — the mismatch.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642616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642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" y="2569464"/>
            <a:ext cx="7909560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2569464"/>
            <a:ext cx="54864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2606040"/>
            <a:ext cx="7635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 network-policy.yaml — add role: api selector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05840" y="2871216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second podSelector for role: api alongside the existing admin rule.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401568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401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68680" y="3328416"/>
            <a:ext cx="7909560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8680" y="3328416"/>
            <a:ext cx="54864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3364992"/>
            <a:ext cx="7635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manifests/broken/network-policy.yaml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05840" y="3630168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fix. Takes effect immediately.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160520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160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68680" y="4087368"/>
            <a:ext cx="7909560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68680" y="4087368"/>
            <a:ext cx="54864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" y="4123944"/>
            <a:ext cx="7635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networkpolicy db-restrict -n production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05840" y="4389120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both role: api and role: admin now appear as allowed sources.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to Remember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lab teaches beyond the fix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54864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005840"/>
            <a:ext cx="4023360" cy="1737360"/>
          </a:xfrm>
          <a:prstGeom prst="rect">
            <a:avLst/>
          </a:prstGeom>
          <a:solidFill>
            <a:srgbClr val="1A2E42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12064" y="1152144"/>
            <a:ext cx="585216" cy="5852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38" y="1283818"/>
            <a:ext cx="321869" cy="32186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113385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by default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30352" y="175564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NetworkPolicy selects a pod, ALL traffic is denied unless explicitly allowed. There's no partial restriction — it's all or nothing.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663440" y="1005840"/>
            <a:ext cx="4023360" cy="1737360"/>
          </a:xfrm>
          <a:prstGeom prst="rect">
            <a:avLst/>
          </a:prstGeom>
          <a:solidFill>
            <a:srgbClr val="1A2E42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809744" y="1152144"/>
            <a:ext cx="585216" cy="5852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1418" y="1283818"/>
            <a:ext cx="321869" cy="32186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77840" y="113385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are the mechanism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828032" y="175564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don't reference pod names or IPs — they use label selectors. Get the label wrong and the rule silently doesn't apply.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65760" y="2834640"/>
            <a:ext cx="4023360" cy="1737360"/>
          </a:xfrm>
          <a:prstGeom prst="rect">
            <a:avLst/>
          </a:prstGeom>
          <a:solidFill>
            <a:srgbClr val="1A2E42"/>
          </a:solidFill>
          <a:ln w="1905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12064" y="2980944"/>
            <a:ext cx="585216" cy="5852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8" y="3112618"/>
            <a:ext cx="321869" cy="3218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80160" y="296265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effect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30352" y="358444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rolling update, no pod restart. The moment you kubectl apply a NetworkPolicy change, it takes effect across the whole namespace.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663440" y="2834640"/>
            <a:ext cx="4023360" cy="1737360"/>
          </a:xfrm>
          <a:prstGeom prst="rect">
            <a:avLst/>
          </a:prstGeom>
          <a:solidFill>
            <a:srgbClr val="1A2E42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809744" y="2980944"/>
            <a:ext cx="585216" cy="5852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1418" y="3112618"/>
            <a:ext cx="321869" cy="321869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577840" y="296265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CNI support required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4828032" y="358444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NetworkPolicies only work if your CNI plugin supports them (Calico, Cilium, Weave). On K3s, Flannel is the default and does NOT enforce policies.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7952" y="54864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037 Complete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14400" y="19202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NetworkPolicy — Blocking &amp; Fixing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097280" y="2542032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17320" y="25146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NetworkPolicies deny all traffic to selected pods unless explicitly allowed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097280" y="3044952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417320" y="30175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mismatches silently block traffic — always verify with --show-labels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097280" y="3547872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417320" y="35204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podSelectors under from: are OR conditions — add, don't replace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097280" y="4050792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17320" y="40233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apply immediately — no pod restart needed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1440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Lab 038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037 — Kubernetes Network Policies</dc:title>
  <dc:subject>PptxGenJS Presentation</dc:subject>
  <dc:creator>PptxGenJS</dc:creator>
  <cp:lastModifiedBy>PptxGenJS</cp:lastModifiedBy>
  <cp:revision>1</cp:revision>
  <dcterms:created xsi:type="dcterms:W3CDTF">2026-03-09T08:31:16Z</dcterms:created>
  <dcterms:modified xsi:type="dcterms:W3CDTF">2026-03-09T08:31:16Z</dcterms:modified>
</cp:coreProperties>
</file>