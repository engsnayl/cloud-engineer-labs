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73152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E2A3A"/>
                </a:solidFill>
              </a:rPr>
              <a:t>HELM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A8A7"/>
                </a:solidFill>
              </a:rPr>
              <a:t>Lab 040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Wrong Config in Production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A8A7"/>
                </a:solidFill>
              </a:rPr>
              <a:t>Helm Values &amp; Environments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114800" cy="457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71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</a:rPr>
              <a:t>Diagnosing and fixing environment-specific Helm values mismatches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137160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14A8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Helm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65960" y="3749040"/>
            <a:ext cx="137160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14A8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Kubernetes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3749040"/>
            <a:ext cx="137160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14A8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YAML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83480" y="3749040"/>
            <a:ext cx="137160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14A8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ConfigMap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3749040"/>
            <a:ext cx="137160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14A8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749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HPA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Cloud Engineer Labs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Plain-English TLDR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A8A7"/>
                </a:solidFill>
              </a:rPr>
              <a:t>What actually went wrong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Lab 040 — Helm Values Environments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4846320"/>
            <a:ext cx="24688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Cloud Engineer Labs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8595360" cy="1325880"/>
          </a:xfrm>
          <a:prstGeom prst="rect">
            <a:avLst/>
          </a:prstGeom>
          <a:solidFill>
            <a:srgbClr val="101E33"/>
          </a:solidFill>
          <a:ln w="254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15568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6128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10515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Someone copied the staging config file and used it as the production config — and never updated it.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74320" y="2514600"/>
            <a:ext cx="2697480" cy="1005840"/>
          </a:xfrm>
          <a:prstGeom prst="rect">
            <a:avLst/>
          </a:prstGeom>
          <a:solidFill>
            <a:srgbClr val="152233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4048" y="2633472"/>
            <a:ext cx="310896" cy="310896"/>
          </a:xfrm>
          <a:prstGeom prst="ellipse">
            <a:avLst/>
          </a:prstGeom>
          <a:solidFill>
            <a:srgbClr val="E53E3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267919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22960" y="2560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replica instead of 3+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84048" y="2944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No redundancy — one crash = outage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154680" y="2514600"/>
            <a:ext cx="2697480" cy="1005840"/>
          </a:xfrm>
          <a:prstGeom prst="rect">
            <a:avLst/>
          </a:prstGeom>
          <a:solidFill>
            <a:srgbClr val="15223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264408" y="2633472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267919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703320" y="2560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Debug logging in prod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264408" y="2944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Flooding logs, hiding real errors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035040" y="2514600"/>
            <a:ext cx="2697480" cy="1005840"/>
          </a:xfrm>
          <a:prstGeom prst="rect">
            <a:avLst/>
          </a:prstGeom>
          <a:solidFill>
            <a:srgbClr val="152233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144768" y="2633472"/>
            <a:ext cx="310896" cy="310896"/>
          </a:xfrm>
          <a:prstGeom prst="ellipse">
            <a:avLst/>
          </a:prstGeom>
          <a:solidFill>
            <a:srgbClr val="E53E3E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2679192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583680" y="2560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Wrong database host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144768" y="2944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Production hitting staging DB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274320" y="3611880"/>
            <a:ext cx="2697480" cy="914400"/>
          </a:xfrm>
          <a:prstGeom prst="rect">
            <a:avLst/>
          </a:prstGeom>
          <a:solidFill>
            <a:srgbClr val="15223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84048" y="3703320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749040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22960" y="3657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autoscaling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384048" y="4041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Can't handle traffic spikes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3154680" y="3611880"/>
            <a:ext cx="2697480" cy="914400"/>
          </a:xfrm>
          <a:prstGeom prst="rect">
            <a:avLst/>
          </a:prstGeom>
          <a:solidFill>
            <a:srgbClr val="15223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3264408" y="3703320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0128" y="3749040"/>
            <a:ext cx="219456" cy="21945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703320" y="3657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Undersized resources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3264408" y="4041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CPU throttling &amp; OOM kills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6035040" y="3611880"/>
            <a:ext cx="2697480" cy="914400"/>
          </a:xfrm>
          <a:prstGeom prst="rect">
            <a:avLst/>
          </a:prstGeom>
          <a:solidFill>
            <a:srgbClr val="152233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6144768" y="3703320"/>
            <a:ext cx="310896" cy="310896"/>
          </a:xfrm>
          <a:prstGeom prst="ellipse">
            <a:avLst/>
          </a:prstGeom>
          <a:solidFill>
            <a:srgbClr val="E53E3E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0488" y="3749040"/>
            <a:ext cx="219456" cy="219456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583680" y="3657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Cache disabled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6144768" y="4041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Every request hits the database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How Helm Works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A8A7"/>
                </a:solidFill>
              </a:rPr>
              <a:t>One chart, many environments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Lab 040 — Helm Values Environments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4846320"/>
            <a:ext cx="24688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Cloud Engineer Labs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2560320" cy="2011680"/>
          </a:xfrm>
          <a:prstGeom prst="rect">
            <a:avLst/>
          </a:prstGeom>
          <a:solidFill>
            <a:srgbClr val="0D2137"/>
          </a:solidFill>
          <a:ln w="25400">
            <a:solidFill>
              <a:srgbClr val="0E7C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1097280"/>
            <a:ext cx="402336" cy="402336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143000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7432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Helm Chart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4320" y="1920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Templates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placeholders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{{ .Values.x }}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3154680"/>
            <a:ext cx="1188720" cy="777240"/>
          </a:xfrm>
          <a:prstGeom prst="rect">
            <a:avLst/>
          </a:prstGeom>
          <a:solidFill>
            <a:srgbClr val="1A2E45"/>
          </a:solidFill>
          <a:ln w="12700">
            <a:solidFill>
              <a:srgbClr val="14A8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A8A7"/>
                </a:solidFill>
              </a:rPr>
              <a:t>values-staging.yaml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20040" y="35021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DB: staging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replicas: 1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1600200" y="3154680"/>
            <a:ext cx="1234440" cy="777240"/>
          </a:xfrm>
          <a:prstGeom prst="rect">
            <a:avLst/>
          </a:prstGeom>
          <a:solidFill>
            <a:srgbClr val="1A2E45"/>
          </a:solidFill>
          <a:ln w="12700">
            <a:solidFill>
              <a:srgbClr val="14A8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0" y="32004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A8A7"/>
                </a:solidFill>
              </a:rPr>
              <a:t>values-production.yaml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645920" y="350215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DB: production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replicas: 4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971800" y="1874520"/>
            <a:ext cx="640080" cy="7315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1" name="Text 18"/>
          <p:cNvSpPr/>
          <p:nvPr/>
        </p:nvSpPr>
        <p:spPr>
          <a:xfrm>
            <a:off x="3017520" y="1691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7C7B"/>
                </a:solidFill>
              </a:rPr>
              <a:t>➜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283464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BD5E1"/>
                </a:solidFill>
              </a:rPr>
              <a:t>-f values.yaml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840480" y="1005840"/>
            <a:ext cx="237744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8620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</a:rPr>
              <a:t>Staging Deployment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88620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replicas: 1  |  DB: staging-db  |  LOG: debug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840480" y="2057400"/>
            <a:ext cx="2377440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88620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A8A7"/>
                </a:solidFill>
              </a:rPr>
              <a:t>Production Deployment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88620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replicas: 4  |  DB: prod-db  |  LOG: info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400800" y="1005840"/>
            <a:ext cx="2514600" cy="3291840"/>
          </a:xfrm>
          <a:prstGeom prst="rect">
            <a:avLst/>
          </a:prstGeom>
          <a:solidFill>
            <a:srgbClr val="152233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92240" y="10972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A8A7"/>
                </a:solidFill>
              </a:rPr>
              <a:t>Key Insight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492240" y="1554480"/>
            <a:ext cx="256032" cy="256032"/>
          </a:xfrm>
          <a:prstGeom prst="ellipse">
            <a:avLst/>
          </a:prstGeom>
          <a:solidFill>
            <a:srgbClr val="38A169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00200"/>
            <a:ext cx="164592" cy="16459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858000" y="153619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Templates are identical across environments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6492240" y="2240280"/>
            <a:ext cx="256032" cy="256032"/>
          </a:xfrm>
          <a:prstGeom prst="ellipse">
            <a:avLst/>
          </a:prstGeom>
          <a:solidFill>
            <a:srgbClr val="38A169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286000"/>
            <a:ext cx="164592" cy="16459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858000" y="153619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Only the values file differs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6492240" y="2926080"/>
            <a:ext cx="256032" cy="256032"/>
          </a:xfrm>
          <a:prstGeom prst="ellipse">
            <a:avLst/>
          </a:prstGeom>
          <a:solidFill>
            <a:srgbClr val="38A169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971800"/>
            <a:ext cx="164592" cy="16459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858000" y="153619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Copy-pasting staging → production without updating = silent disaster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6492240" y="3611880"/>
            <a:ext cx="256032" cy="256032"/>
          </a:xfrm>
          <a:prstGeom prst="ellipse">
            <a:avLst/>
          </a:prstGeom>
          <a:solidFill>
            <a:srgbClr val="38A169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657600"/>
            <a:ext cx="164592" cy="16459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6858000" y="153619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helm template renders locally with no cluster needed — always verify before deploying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6492240" y="1554480"/>
            <a:ext cx="256032" cy="256032"/>
          </a:xfrm>
          <a:prstGeom prst="ellipse">
            <a:avLst/>
          </a:prstGeom>
          <a:solidFill>
            <a:srgbClr val="38A169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1581912"/>
            <a:ext cx="201168" cy="201168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6812280" y="15270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Templates are identical across environments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6492240" y="2240280"/>
            <a:ext cx="256032" cy="256032"/>
          </a:xfrm>
          <a:prstGeom prst="ellipse">
            <a:avLst/>
          </a:prstGeom>
          <a:solidFill>
            <a:srgbClr val="38A169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672" y="2267712"/>
            <a:ext cx="201168" cy="201168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6812280" y="22128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Only the values file differs</a:t>
            </a:r>
            <a:endParaRPr lang="en-US" sz="950" dirty="0"/>
          </a:p>
        </p:txBody>
      </p:sp>
      <p:sp>
        <p:nvSpPr>
          <p:cNvPr id="49" name="Shape 40"/>
          <p:cNvSpPr/>
          <p:nvPr/>
        </p:nvSpPr>
        <p:spPr>
          <a:xfrm>
            <a:off x="6492240" y="2926080"/>
            <a:ext cx="256032" cy="256032"/>
          </a:xfrm>
          <a:prstGeom prst="ellipse">
            <a:avLst/>
          </a:prstGeom>
          <a:solidFill>
            <a:srgbClr val="38A169"/>
          </a:solidFill>
          <a:ln/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9672" y="2953512"/>
            <a:ext cx="201168" cy="201168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6812280" y="28986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Copy-pasting staging → production without updating = silent disaster</a:t>
            </a:r>
            <a:endParaRPr lang="en-US" sz="950" dirty="0"/>
          </a:p>
        </p:txBody>
      </p:sp>
      <p:sp>
        <p:nvSpPr>
          <p:cNvPr id="52" name="Shape 42"/>
          <p:cNvSpPr/>
          <p:nvPr/>
        </p:nvSpPr>
        <p:spPr>
          <a:xfrm>
            <a:off x="6492240" y="3611880"/>
            <a:ext cx="256032" cy="256032"/>
          </a:xfrm>
          <a:prstGeom prst="ellipse">
            <a:avLst/>
          </a:prstGeom>
          <a:solidFill>
            <a:srgbClr val="38A169"/>
          </a:solidFill>
          <a:ln/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672" y="3639312"/>
            <a:ext cx="201168" cy="201168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6812280" y="35844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helm template renders locally with no cluster needed — always verify before deploying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Investigative Pathway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A8A7"/>
                </a:solidFill>
              </a:rPr>
              <a:t>Steps 1–4: Arrive, orient, read, confirm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Lab 040 — Helm Values Environments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4846320"/>
            <a:ext cx="24688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Cloud Engineer Labs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8595360" cy="868680"/>
          </a:xfrm>
          <a:prstGeom prst="rect">
            <a:avLst/>
          </a:prstGeom>
          <a:solidFill>
            <a:srgbClr val="15223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261872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80160"/>
            <a:ext cx="292608" cy="2926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61872" y="10789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You get the ticket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61872" y="14264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"Production API degraded. Slow responses, huge logs. Deployed after infra refactor." → Config files changed, not app code.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4320" y="1965960"/>
            <a:ext cx="8595360" cy="868680"/>
          </a:xfrm>
          <a:prstGeom prst="rect">
            <a:avLst/>
          </a:prstGeom>
          <a:solidFill>
            <a:srgbClr val="152233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4048" y="2221992"/>
            <a:ext cx="347472" cy="3474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7" name="Text 14"/>
          <p:cNvSpPr/>
          <p:nvPr/>
        </p:nvSpPr>
        <p:spPr>
          <a:xfrm>
            <a:off x="384048" y="2221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0280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61872" y="20391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Orient: ls in the lab directory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261872" y="23865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Find api-chart/ and both values files. Before touching anything — read them both with cat.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892040" y="2039112"/>
            <a:ext cx="384048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983480" y="2057400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k8s-labs/lab-040-helm-values-environments &amp;&amp; ls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274320" y="2926080"/>
            <a:ext cx="8595360" cy="868680"/>
          </a:xfrm>
          <a:prstGeom prst="rect">
            <a:avLst/>
          </a:prstGeom>
          <a:solidFill>
            <a:srgbClr val="152233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84048" y="3182112"/>
            <a:ext cx="347472" cy="3474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5" name="Text 21"/>
          <p:cNvSpPr/>
          <p:nvPr/>
        </p:nvSpPr>
        <p:spPr>
          <a:xfrm>
            <a:off x="384048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00400"/>
            <a:ext cx="292608" cy="29260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61872" y="29992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Read both values files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1261872" y="33467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They look identical. Both say staging-db, debug logging, replicaCount: 1. Production was never updated.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892040" y="2999232"/>
            <a:ext cx="384048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983480" y="3017520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values-production.yaml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values-staging.yaml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274320" y="3886200"/>
            <a:ext cx="8595360" cy="868680"/>
          </a:xfrm>
          <a:prstGeom prst="rect">
            <a:avLst/>
          </a:prstGeom>
          <a:solidFill>
            <a:srgbClr val="152233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384048" y="4142232"/>
            <a:ext cx="347472" cy="347472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33" name="Text 28"/>
          <p:cNvSpPr/>
          <p:nvPr/>
        </p:nvSpPr>
        <p:spPr>
          <a:xfrm>
            <a:off x="384048" y="4142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60520"/>
            <a:ext cx="292608" cy="29260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261872" y="39593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Render the chart to confirm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1261872" y="43068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helm template shows the exact ConfigMap + Deployment Kubernetes would create. Confirms staging values in production.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4892040" y="3959352"/>
            <a:ext cx="384048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983480" y="3977640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template webapp ./api-chart -f values-production.yaml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Broken values-production.yaml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A8A7"/>
                </a:solidFill>
              </a:rPr>
              <a:t>Line by line — what each setting means and why it's wrong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Lab 040 — Helm Values Environments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4846320"/>
            <a:ext cx="24688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Cloud Engineer Labs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4206240" cy="868680"/>
          </a:xfrm>
          <a:prstGeom prst="rect">
            <a:avLst/>
          </a:prstGeom>
          <a:solidFill>
            <a:srgbClr val="152233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005840"/>
            <a:ext cx="109728" cy="8686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0789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replicaCount: 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444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1 pod = no HA. One crash = full outage.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965960"/>
            <a:ext cx="4206240" cy="868680"/>
          </a:xfrm>
          <a:prstGeom prst="rect">
            <a:avLst/>
          </a:prstGeom>
          <a:solidFill>
            <a:srgbClr val="152233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965960"/>
            <a:ext cx="109728" cy="8686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391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logLevel: debug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404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10-100x log volume. Inflates costs, buries real errors.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4206240" cy="868680"/>
          </a:xfrm>
          <a:prstGeom prst="rect">
            <a:avLst/>
          </a:prstGeom>
          <a:solidFill>
            <a:srgbClr val="152233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26080"/>
            <a:ext cx="109728" cy="8686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992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databaseHost: staging-db.internal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364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CRITICAL — production hitting the staging database.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886200"/>
            <a:ext cx="4206240" cy="868680"/>
          </a:xfrm>
          <a:prstGeom prst="rect">
            <a:avLst/>
          </a:prstGeom>
          <a:solidFill>
            <a:srgbClr val="152233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886200"/>
            <a:ext cx="109728" cy="8686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593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databaseName: api_staging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3251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Wrong schema — production data lives in api_production.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1005840"/>
            <a:ext cx="4206240" cy="868680"/>
          </a:xfrm>
          <a:prstGeom prst="rect">
            <a:avLst/>
          </a:prstGeom>
          <a:solidFill>
            <a:srgbClr val="15223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005840"/>
            <a:ext cx="109728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0789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cacheEnabled: false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1444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Every request hits the DB directly — bottleneck under load.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1965960"/>
            <a:ext cx="4206240" cy="868680"/>
          </a:xfrm>
          <a:prstGeom prst="rect">
            <a:avLst/>
          </a:prstGeom>
          <a:solidFill>
            <a:srgbClr val="15223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965960"/>
            <a:ext cx="109728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0391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maxConnections: 10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2404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Exhausted instantly under concurrent traffic. Queue → timeout.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2926080"/>
            <a:ext cx="4206240" cy="868680"/>
          </a:xfrm>
          <a:prstGeom prst="rect">
            <a:avLst/>
          </a:prstGeom>
          <a:solidFill>
            <a:srgbClr val="15223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926080"/>
            <a:ext cx="109728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29992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cpu: 250m / memory: 256Mi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3364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Quarter-core CPU + 256MB RAM — throttled &amp; OOM-killed in prod.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886200"/>
            <a:ext cx="4206240" cy="868680"/>
          </a:xfrm>
          <a:prstGeom prst="rect">
            <a:avLst/>
          </a:prstGeom>
          <a:solidFill>
            <a:srgbClr val="15223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886200"/>
            <a:ext cx="109728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39593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autoscaling: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enabled: false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46320" y="43251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No HPA. Fixed replicas overwhelmed by traffic spikes.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Fix — values-production.yaml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A8A7"/>
                </a:solidFill>
              </a:rPr>
              <a:t>What production actually needs and why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Lab 040 — Helm Values Environments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4846320"/>
            <a:ext cx="24688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Cloud Engineer Labs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4114800" cy="3749040"/>
          </a:xfrm>
          <a:prstGeom prst="rect">
            <a:avLst/>
          </a:prstGeom>
          <a:solidFill>
            <a:srgbClr val="080F1C"/>
          </a:solidFill>
          <a:ln w="254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A8A7"/>
                </a:solidFill>
              </a:rPr>
              <a:t>values-production.yaml  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44752"/>
            <a:ext cx="39319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replicaCount: 4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logLevel: info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databaseHost: production-db.internal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databaseName: api_production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cacheEnabled: true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maxConnections: 50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limits: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cpu: 1000m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memory: 1Gi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cpu: 500m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memory: 512Mi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autoscaling: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enabled: true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minReplicas: 2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maxReplicas: 10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targetCPU: 80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4343400" cy="475488"/>
          </a:xfrm>
          <a:prstGeom prst="rect">
            <a:avLst/>
          </a:prstGeom>
          <a:solidFill>
            <a:srgbClr val="152233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005840"/>
            <a:ext cx="91440" cy="475488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0424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replicaCount: 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12527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HA — 3+ pods survive individual crashes. HPA takes over after initial scale.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1540764"/>
            <a:ext cx="4343400" cy="475488"/>
          </a:xfrm>
          <a:prstGeom prst="rect">
            <a:avLst/>
          </a:prstGeom>
          <a:solidFill>
            <a:srgbClr val="152233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540764"/>
            <a:ext cx="91440" cy="475488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5773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logLevel: info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9160" y="17876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info is the prod standard. Captures important events without noise.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2075688"/>
            <a:ext cx="4343400" cy="475488"/>
          </a:xfrm>
          <a:prstGeom prst="rect">
            <a:avLst/>
          </a:prstGeom>
          <a:solidFill>
            <a:srgbClr val="152233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075688"/>
            <a:ext cx="91440" cy="475488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1122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production-db.internal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9160" y="232257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Points to the correct database. Most critical fix in the file.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0" y="2610612"/>
            <a:ext cx="4343400" cy="475488"/>
          </a:xfrm>
          <a:prstGeom prst="rect">
            <a:avLst/>
          </a:prstGeom>
          <a:solidFill>
            <a:srgbClr val="152233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2610612"/>
            <a:ext cx="91440" cy="475488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6471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cacheEnabled: true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9160" y="28575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Reduces DB load. Frequently-hit data served from cache.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0" y="3145536"/>
            <a:ext cx="4343400" cy="475488"/>
          </a:xfrm>
          <a:prstGeom prst="rect">
            <a:avLst/>
          </a:prstGeom>
          <a:solidFill>
            <a:srgbClr val="152233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3145536"/>
            <a:ext cx="91440" cy="475488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31821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maxConnections: 50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9160" y="339242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Handles concurrent requests without queue exhaustion.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0" y="3680460"/>
            <a:ext cx="4343400" cy="475488"/>
          </a:xfrm>
          <a:prstGeom prst="rect">
            <a:avLst/>
          </a:prstGeom>
          <a:solidFill>
            <a:srgbClr val="152233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3680460"/>
            <a:ext cx="91440" cy="475488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37170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cpu: 1000m / mem: 1Gi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09160" y="39273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Full core + 1GB. Room for real load without throttle or OOM.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0" y="4215384"/>
            <a:ext cx="4343400" cy="475488"/>
          </a:xfrm>
          <a:prstGeom prst="rect">
            <a:avLst/>
          </a:prstGeom>
          <a:solidFill>
            <a:srgbClr val="152233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4215384"/>
            <a:ext cx="91440" cy="475488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8" name="Text 36"/>
          <p:cNvSpPr/>
          <p:nvPr/>
        </p:nvSpPr>
        <p:spPr>
          <a:xfrm>
            <a:off x="4709160" y="42519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autoscaling: true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09160" y="44622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HPA scales pods 2–10 based on CPU%. Handles traffic spikes automatically.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Template Conditional &amp; Validator Bug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A8A7"/>
                </a:solidFill>
              </a:rPr>
              <a:t>Why replicas disappears from rendered output — and why that's correct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Lab 040 — Helm Values Environments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4846320"/>
            <a:ext cx="24688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Cloud Engineer Labs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4846320" cy="2286000"/>
          </a:xfrm>
          <a:prstGeom prst="rect">
            <a:avLst/>
          </a:prstGeom>
          <a:solidFill>
            <a:srgbClr val="080F1C"/>
          </a:solidFill>
          <a:ln w="254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515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A8A7"/>
                </a:solidFill>
              </a:rPr>
              <a:t>deployment.yaml template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417320"/>
            <a:ext cx="4663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{{- if not .Values.autoscaling.enabled }}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replicas: {{ .Values.replicaCount }}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{{- end }}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matchLabels: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A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app: {{ .Chart.Name }}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0" y="1005840"/>
            <a:ext cx="3611880" cy="2286000"/>
          </a:xfrm>
          <a:prstGeom prst="rect">
            <a:avLst/>
          </a:prstGeom>
          <a:solidFill>
            <a:srgbClr val="152233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10789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this means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40680" y="1508760"/>
            <a:ext cx="201168" cy="20116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0" y="1463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When autoscaling.enabled: true, the replicas field is completely absent from the rendered Deployment.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40680" y="2075688"/>
            <a:ext cx="201168" cy="20116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/>
          <p:nvPr/>
        </p:nvSpPr>
        <p:spPr>
          <a:xfrm>
            <a:off x="5715000" y="20299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This is intentional. The HPA owns replica count. Having replicas hardcoded in the Deployment causes reconciliation conflicts.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2642616"/>
            <a:ext cx="201168" cy="20116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259689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When you see no replicas: field in helm template output after enabling autoscaling — that's correct, not a bug.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429000"/>
            <a:ext cx="8641080" cy="1325880"/>
          </a:xfrm>
          <a:prstGeom prst="rect">
            <a:avLst/>
          </a:prstGeom>
          <a:solidFill>
            <a:srgbClr val="1A0A0A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429000"/>
            <a:ext cx="128016" cy="13258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2" name="Shape 20"/>
          <p:cNvSpPr/>
          <p:nvPr/>
        </p:nvSpPr>
        <p:spPr>
          <a:xfrm>
            <a:off x="530352" y="3520440"/>
            <a:ext cx="329184" cy="329184"/>
          </a:xfrm>
          <a:prstGeom prst="ellipse">
            <a:avLst/>
          </a:prstGeom>
          <a:solidFill>
            <a:srgbClr val="E53E3E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3566160"/>
            <a:ext cx="237744" cy="23774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005840" y="34747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</a:rPr>
              <a:t>Validator Bug — Documented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05840" y="3840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Original validate.sh grepped rendered template for  replicas: [3-9]  — this never appears when autoscaling is on.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005840" y="41788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grep -qE "replicaCount: ([3-9]|[1-9][0-9])" values-production.yaml   — read from the values file directly.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Command Breakdown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A8A7"/>
                </a:solidFill>
              </a:rPr>
              <a:t>What every flag and argument does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Lab 040 — Helm Values Environments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4846320"/>
            <a:ext cx="24688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Cloud Engineer Labs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8595360" cy="1463040"/>
          </a:xfrm>
          <a:prstGeom prst="rect">
            <a:avLst/>
          </a:prstGeom>
          <a:solidFill>
            <a:srgbClr val="080F1C"/>
          </a:solidFill>
          <a:ln w="254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789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template webapp ./api-chart -f values-production.yaml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5087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template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175564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Renders chart locally — no cluster needed. Outputs the Kubernetes YAML that would be created.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60320" y="15087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webapp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60320" y="175564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Release name. Used to label resources (e.g. webapp-api, webapp-config).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09160" y="15087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./api-chart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09160" y="175564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Path to the chart directory containing Chart.yaml, templates/, and default values.yaml.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0" y="150876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 values-production.yaml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858000" y="175564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Override file. Merges on top of chart defaults — keys here win.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606040"/>
            <a:ext cx="8595360" cy="1417320"/>
          </a:xfrm>
          <a:prstGeom prst="rect">
            <a:avLst/>
          </a:prstGeom>
          <a:solidFill>
            <a:srgbClr val="080F1C"/>
          </a:solidFill>
          <a:ln w="254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6791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upgrade --install webapp ./api-chart -f values-production.yaml -n production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0906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upgrade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3337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Updates an existing release with new chart/values.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60320" y="30906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--install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60320" y="3337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Install if release doesn't exist yet. Makes command idempotent — safe in CI/CD.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09160" y="30906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-f values-production.yaml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09160" y="3337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Environment-specific override values.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58000" y="30906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-n production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58000" y="3337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Target namespace. Keeps staging and production isolated on same cluster.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4133088"/>
            <a:ext cx="4160520" cy="658368"/>
          </a:xfrm>
          <a:prstGeom prst="rect">
            <a:avLst/>
          </a:prstGeom>
          <a:solidFill>
            <a:srgbClr val="080F1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187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&gt; values-production.yaml &lt;&lt; 'EOF'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4434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Heredoc — overwrites file. Single-quoted 'EOF' prevents variable interpolation.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4133088"/>
            <a:ext cx="4160520" cy="658368"/>
          </a:xfrm>
          <a:prstGeom prst="rect">
            <a:avLst/>
          </a:prstGeom>
          <a:solidFill>
            <a:srgbClr val="080F1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4187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values-production.yaml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600" y="4434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Resets file to last committed (broken) state. Reset/repeat the lab.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Lab vs Real Life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A8A7"/>
                </a:solidFill>
              </a:rPr>
              <a:t>How this translates to production engineering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Lab 040 — Helm Values Environments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4846320"/>
            <a:ext cx="24688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Cloud Engineer Labs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987552"/>
            <a:ext cx="4160520" cy="3840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9875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 THIS LAB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987552"/>
            <a:ext cx="4160520" cy="384048"/>
          </a:xfrm>
          <a:prstGeom prst="rect">
            <a:avLst/>
          </a:prstGeom>
          <a:solidFill>
            <a:srgbClr val="1C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9875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A8A7"/>
                </a:solidFill>
              </a:rPr>
              <a:t>IN REAL PRODUCTION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98755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7C7B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" y="1463040"/>
            <a:ext cx="4160520" cy="512064"/>
          </a:xfrm>
          <a:prstGeom prst="rect">
            <a:avLst/>
          </a:prstGeom>
          <a:solidFill>
            <a:srgbClr val="152233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46304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Edit values-production.yaml directly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463040"/>
            <a:ext cx="4160520" cy="512064"/>
          </a:xfrm>
          <a:prstGeom prst="rect">
            <a:avLst/>
          </a:prstGeom>
          <a:solidFill>
            <a:srgbClr val="152233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46304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Values files are in Git. PR + peer review required before merge.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34840" y="146304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C7B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2039112"/>
            <a:ext cx="4160520" cy="512064"/>
          </a:xfrm>
          <a:prstGeom prst="rect">
            <a:avLst/>
          </a:prstGeom>
          <a:solidFill>
            <a:srgbClr val="101E33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03911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Run helm upgrade manually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039112"/>
            <a:ext cx="4160520" cy="512064"/>
          </a:xfrm>
          <a:prstGeom prst="rect">
            <a:avLst/>
          </a:prstGeom>
          <a:solidFill>
            <a:srgbClr val="101E33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03911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ArgoCD / FluxCD auto-deploys on commit. GitOps.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34840" y="203911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C7B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2615184"/>
            <a:ext cx="4160520" cy="512064"/>
          </a:xfrm>
          <a:prstGeom prst="rect">
            <a:avLst/>
          </a:prstGeom>
          <a:solidFill>
            <a:srgbClr val="152233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61518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Secrets in plaintext in values file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615184"/>
            <a:ext cx="4160520" cy="512064"/>
          </a:xfrm>
          <a:prstGeom prst="rect">
            <a:avLst/>
          </a:prstGeom>
          <a:solidFill>
            <a:srgbClr val="152233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61518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helm-secrets or External Secrets Operator — encrypted at rest.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34840" y="261518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C7B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3191256"/>
            <a:ext cx="4160520" cy="512064"/>
          </a:xfrm>
          <a:prstGeom prst="rect">
            <a:avLst/>
          </a:prstGeom>
          <a:solidFill>
            <a:srgbClr val="101E33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19125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One cluster for both environments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191256"/>
            <a:ext cx="4160520" cy="512064"/>
          </a:xfrm>
          <a:prstGeom prst="rect">
            <a:avLst/>
          </a:prstGeom>
          <a:solidFill>
            <a:srgbClr val="101E33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19125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Production runs on a separate cluster. Cluster-level isolation.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34840" y="319125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C7B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74320" y="3767328"/>
            <a:ext cx="4160520" cy="512064"/>
          </a:xfrm>
          <a:prstGeom prst="rect">
            <a:avLst/>
          </a:prstGeom>
          <a:solidFill>
            <a:srgbClr val="152233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76732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Run helm template manually to verify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767328"/>
            <a:ext cx="4160520" cy="512064"/>
          </a:xfrm>
          <a:prstGeom prst="rect">
            <a:avLst/>
          </a:prstGeom>
          <a:solidFill>
            <a:srgbClr val="152233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76732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Pipeline runs helm diff upgrade — diffs against running state.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34840" y="376732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C7B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74320" y="4343400"/>
            <a:ext cx="4160520" cy="512064"/>
          </a:xfrm>
          <a:prstGeom prst="rect">
            <a:avLst/>
          </a:prstGeom>
          <a:solidFill>
            <a:srgbClr val="101E33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34340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Environment configs next to each other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4343400"/>
            <a:ext cx="4160520" cy="512064"/>
          </a:xfrm>
          <a:prstGeom prst="rect">
            <a:avLst/>
          </a:prstGeom>
          <a:solidFill>
            <a:srgbClr val="101E33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34340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Separate repos (infra-prod, infra-staging) with different permissions.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434840" y="434340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C7B"/>
                </a:solidFill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Concepts Recap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A8A7"/>
                </a:solidFill>
              </a:rPr>
              <a:t>What to take away from Lab 040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Lab 040 — Helm Values Environments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4846320"/>
            <a:ext cx="24688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Cloud Engineer Labs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4160520" cy="1143000"/>
          </a:xfrm>
          <a:prstGeom prst="rect">
            <a:avLst/>
          </a:prstGeom>
          <a:solidFill>
            <a:srgbClr val="152233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05840"/>
            <a:ext cx="109728" cy="11430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1115568"/>
            <a:ext cx="329184" cy="32918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161288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32688" y="10972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Values files are environment config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5488" y="15361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They control everything about how the app runs without touching code. Version-control them, review them, test them.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17720" y="1005840"/>
            <a:ext cx="4160520" cy="1143000"/>
          </a:xfrm>
          <a:prstGeom prst="rect">
            <a:avLst/>
          </a:prstGeom>
          <a:solidFill>
            <a:srgbClr val="152233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17720" y="1005840"/>
            <a:ext cx="109728" cy="11430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7" name="Shape 14"/>
          <p:cNvSpPr/>
          <p:nvPr/>
        </p:nvSpPr>
        <p:spPr>
          <a:xfrm>
            <a:off x="4818888" y="1115568"/>
            <a:ext cx="329184" cy="32918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161288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76088" y="10972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helm template is free and fast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818888" y="15361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Renders locally with zero cluster interaction. Always verify before deploying — catches errors in seconds.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274320" y="2286000"/>
            <a:ext cx="4160520" cy="1143000"/>
          </a:xfrm>
          <a:prstGeom prst="rect">
            <a:avLst/>
          </a:prstGeom>
          <a:solidFill>
            <a:srgbClr val="152233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74320" y="2286000"/>
            <a:ext cx="109728" cy="11430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3" name="Shape 19"/>
          <p:cNvSpPr/>
          <p:nvPr/>
        </p:nvSpPr>
        <p:spPr>
          <a:xfrm>
            <a:off x="475488" y="2395728"/>
            <a:ext cx="329184" cy="32918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2441448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32688" y="23774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-f merges, not replaces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75488" y="28163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Chart defaults → -f file → --set flags. Each layer overrides the previous. Enables base + environment-specific overrides.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4617720" y="2286000"/>
            <a:ext cx="4160520" cy="1143000"/>
          </a:xfrm>
          <a:prstGeom prst="rect">
            <a:avLst/>
          </a:prstGeom>
          <a:solidFill>
            <a:srgbClr val="152233"/>
          </a:solidFill>
          <a:ln w="1270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617720" y="2286000"/>
            <a:ext cx="109728" cy="11430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9" name="Shape 24"/>
          <p:cNvSpPr/>
          <p:nvPr/>
        </p:nvSpPr>
        <p:spPr>
          <a:xfrm>
            <a:off x="4818888" y="2395728"/>
            <a:ext cx="329184" cy="329184"/>
          </a:xfrm>
          <a:prstGeom prst="ellipse">
            <a:avLst/>
          </a:prstGeom>
          <a:solidFill>
            <a:srgbClr val="38A169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441448"/>
            <a:ext cx="237744" cy="23774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276088" y="23774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HPA omits replicas — by design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818888" y="28163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When autoscaling is on, replicas is absent from the Deployment. The HPA owns it. This is correct Kubernetes practice.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274320" y="3566160"/>
            <a:ext cx="4160520" cy="1143000"/>
          </a:xfrm>
          <a:prstGeom prst="rect">
            <a:avLst/>
          </a:prstGeom>
          <a:solidFill>
            <a:srgbClr val="152233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274320" y="3566160"/>
            <a:ext cx="109728" cy="11430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5" name="Shape 29"/>
          <p:cNvSpPr/>
          <p:nvPr/>
        </p:nvSpPr>
        <p:spPr>
          <a:xfrm>
            <a:off x="475488" y="3675888"/>
            <a:ext cx="329184" cy="329184"/>
          </a:xfrm>
          <a:prstGeom prst="ellipse">
            <a:avLst/>
          </a:prstGeom>
          <a:solidFill>
            <a:srgbClr val="E53E3E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721608"/>
            <a:ext cx="237744" cy="23774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32688" y="36576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Wrong DB host = data corruption risk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475488" y="409651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Production hitting staging DB is one of the most common config incidents. Always verify database hostnames.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4617720" y="3566160"/>
            <a:ext cx="4160520" cy="1143000"/>
          </a:xfrm>
          <a:prstGeom prst="rect">
            <a:avLst/>
          </a:prstGeom>
          <a:solidFill>
            <a:srgbClr val="152233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4617720" y="3566160"/>
            <a:ext cx="109728" cy="1143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1" name="Shape 34"/>
          <p:cNvSpPr/>
          <p:nvPr/>
        </p:nvSpPr>
        <p:spPr>
          <a:xfrm>
            <a:off x="4818888" y="3675888"/>
            <a:ext cx="329184" cy="32918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721608"/>
            <a:ext cx="237744" cy="23774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276088" y="36576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Debug logging in prod is an incident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4818888" y="409651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10-100x log volume. Inflates costs, buries real errors. Always confirm logLevel: info or warn before deploying.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040 — Wrong Config in Production (Helm Values)</dc:title>
  <dc:subject>PptxGenJS Presentation</dc:subject>
  <dc:creator>PptxGenJS</dc:creator>
  <cp:lastModifiedBy>PptxGenJS</cp:lastModifiedBy>
  <cp:revision>1</cp:revision>
  <dcterms:created xsi:type="dcterms:W3CDTF">2026-04-08T06:48:55Z</dcterms:created>
  <dcterms:modified xsi:type="dcterms:W3CDTF">2026-04-08T06:48:55Z</dcterms:modified>
</cp:coreProperties>
</file>