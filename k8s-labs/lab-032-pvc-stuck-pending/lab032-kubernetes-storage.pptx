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3152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Storage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PVs, PVCs &amp; Why They Must Match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pods, YAML, PVs and PVCs actually are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Kubernetes connects storage to containers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binding fails — and how to fix 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Pod?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3931920" cy="3840480"/>
          </a:xfrm>
          <a:prstGeom prst="rect">
            <a:avLst/>
          </a:prstGeom>
          <a:solidFill>
            <a:srgbClr val="1624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pod like a shipping container.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itself is the metal box — that's your application (e.g. a database process).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is the pallet it sits on — it adds a bit of infrastructure around the container: networking, storage mounts, restart rules.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manages pallets (pods), not the boxes (containers) directly.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777240"/>
            <a:ext cx="4434840" cy="3840480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229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a Pod?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29844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1325880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20640" y="1298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Container(s)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20640" y="1517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app running (e.g. PostgreSQL image)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7720" y="2103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13055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103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mounts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12064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storage gets attached (e.g. /data)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17720" y="29077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93522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29077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20640" y="3127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variables, secrets, resource limits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17720" y="371246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73989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37124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12064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name, IP address, and restart policy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lab: the pod named 'database' runs a DB container and needs a volume mounted at /data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YAML? — How Kubernetes Knows What You Want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3566160" cy="3840480"/>
          </a:xfrm>
          <a:prstGeom prst="rect">
            <a:avLst/>
          </a:prstGeom>
          <a:solidFill>
            <a:srgbClr val="1624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= the instruction sheet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is just a text file that tells Kubernetes what you want to exist.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in Kubernetes — pods, PVCs, PVs, deployments — is described in a YAML file.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what you want. Kubernetes reads it and makes it happen (or tells you why it can't).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form you fill in at a bank. The form describes what you want. The bank (Kubernetes) decides if it can do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777240"/>
            <a:ext cx="484632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8229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Pod YAML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1234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v1</a:t>
            </a:r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which API to use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1463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Pod</a:t>
            </a:r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what type of resource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920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database</a:t>
            </a:r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its name in the cluster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148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what we want it to 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377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606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db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2834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postgres:15</a:t>
            </a:r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the Docker image to run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3063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3291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data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3520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persistentVolumeClaim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60520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claimName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db-pvc</a:t>
            </a:r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references the PVC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PersistentVolume (PV)?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1600200"/>
          </a:xfrm>
          <a:prstGeom prst="rect">
            <a:avLst/>
          </a:prstGeom>
          <a:solidFill>
            <a:srgbClr val="1624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Analogy: A Physical Storage Unit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PV is real storage that exists in the cluster — like a physical storage unit at a depot. It has a fixed size, a location (/data/db on this Pi), and specific capabilities.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2743200" cy="1691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6032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9992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10Gi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34015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space exists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27832" y="2560320"/>
            <a:ext cx="2743200" cy="1691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2560320"/>
            <a:ext cx="27432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9992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34015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nodes can mount it simultaneously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2560320"/>
            <a:ext cx="2743200" cy="1691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25603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18504" y="29992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fast-storage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18504" y="340156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'tier label' — must match the PVC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 is created by the cluster administrator (or automatically by a StorageClass provisioner in production). In this lab, it's created manually with a YAML file — a hostPath volume pointing to /data/db on your Pi.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PersistentVolumeClaim (PVC)?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77240"/>
            <a:ext cx="1463040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777240"/>
            <a:ext cx="6766560" cy="1600200"/>
          </a:xfrm>
          <a:prstGeom prst="rect">
            <a:avLst/>
          </a:prstGeom>
          <a:solidFill>
            <a:srgbClr val="1624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Analogy: A Rental Application 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207008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PVC is a request for storage — written by the developer (you), not the admin. You say what you need: how big, what access mode, what storage class. Kubernetes finds a PV that matches and connects them. The pod then uses the PVC — it never talks to the PV directly.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vs PVC — Who does what?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2907792"/>
            <a:ext cx="2011680" cy="338328"/>
          </a:xfrm>
          <a:prstGeom prst="rect">
            <a:avLst/>
          </a:prstGeom>
          <a:solidFill>
            <a:srgbClr val="02809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926080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0" y="2907792"/>
            <a:ext cx="3291840" cy="338328"/>
          </a:xfrm>
          <a:prstGeom prst="rect">
            <a:avLst/>
          </a:prstGeom>
          <a:solidFill>
            <a:srgbClr val="02809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59152" y="2926080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2907792"/>
            <a:ext cx="3291840" cy="338328"/>
          </a:xfrm>
          <a:prstGeom prst="rect">
            <a:avLst/>
          </a:prstGeom>
          <a:solidFill>
            <a:srgbClr val="02809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926080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246120"/>
            <a:ext cx="201168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3264408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86000" y="3246120"/>
            <a:ext cx="329184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59152" y="3264408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admin (or provisioner)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7840" y="3246120"/>
            <a:ext cx="329184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50992" y="3264408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app team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3584448"/>
            <a:ext cx="2011680" cy="338328"/>
          </a:xfrm>
          <a:prstGeom prst="rect">
            <a:avLst/>
          </a:prstGeom>
          <a:solidFill>
            <a:srgbClr val="1624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3602736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86000" y="3584448"/>
            <a:ext cx="3291840" cy="338328"/>
          </a:xfrm>
          <a:prstGeom prst="rect">
            <a:avLst/>
          </a:prstGeom>
          <a:solidFill>
            <a:srgbClr val="1624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59152" y="3602736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storage that exists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77840" y="3584448"/>
            <a:ext cx="3291840" cy="338328"/>
          </a:xfrm>
          <a:prstGeom prst="rect">
            <a:avLst/>
          </a:prstGeom>
          <a:solidFill>
            <a:srgbClr val="1624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0992" y="3602736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for storage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74320" y="3922776"/>
            <a:ext cx="201168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" y="3941064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286000" y="3922776"/>
            <a:ext cx="329184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59152" y="3941064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unit at the depot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577840" y="3922776"/>
            <a:ext cx="329184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50992" y="3941064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rental application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74320" y="4261104"/>
            <a:ext cx="2011680" cy="338328"/>
          </a:xfrm>
          <a:prstGeom prst="rect">
            <a:avLst/>
          </a:prstGeom>
          <a:solidFill>
            <a:srgbClr val="1624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7472" y="4279392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286000" y="4261104"/>
            <a:ext cx="3291840" cy="338328"/>
          </a:xfrm>
          <a:prstGeom prst="rect">
            <a:avLst/>
          </a:prstGeom>
          <a:solidFill>
            <a:srgbClr val="1624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359152" y="4279392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pv.yaml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577840" y="4261104"/>
            <a:ext cx="3291840" cy="338328"/>
          </a:xfrm>
          <a:prstGeom prst="rect">
            <a:avLst/>
          </a:prstGeom>
          <a:solidFill>
            <a:srgbClr val="1624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50992" y="4279392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pvc.yaml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74320" y="4599432"/>
            <a:ext cx="201168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7472" y="4617720"/>
            <a:ext cx="1865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by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286000" y="4599432"/>
            <a:ext cx="329184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359152" y="4617720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directly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577840" y="4599432"/>
            <a:ext cx="3291840" cy="338328"/>
          </a:xfrm>
          <a:prstGeom prst="rect">
            <a:avLst/>
          </a:prstGeom>
          <a:solidFill>
            <a:srgbClr val="1A2B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50992" y="4617720"/>
            <a:ext cx="3145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Pod's volumeMount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PV + PVC Binding Works — The 3 Matching Rules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132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acts like a matchmaker. Before connecting a PVC to a PV, it checks three things must align: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16244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430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664208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must match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148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fast-storage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423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423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fast-storage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761488"/>
            <a:ext cx="25237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3464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brand filter. Kubernetes only compares PVCs and PVs that share the same StorageClass label — even if the size and access mode are perfect.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7832" y="1143000"/>
            <a:ext cx="2743200" cy="3566160"/>
          </a:xfrm>
          <a:prstGeom prst="rect">
            <a:avLst/>
          </a:prstGeom>
          <a:solidFill>
            <a:srgbClr val="16244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143000"/>
            <a:ext cx="274320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430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1664208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 must 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148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58184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2423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58184" y="2423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2761488"/>
            <a:ext cx="25237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83464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the volume can be mounted. RWO = one node at a time. RWX = many nodes. The PVC must not ask for more than the PV supports.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1143000"/>
            <a:ext cx="2743200" cy="3566160"/>
          </a:xfrm>
          <a:prstGeom prst="rect">
            <a:avLst/>
          </a:prstGeom>
          <a:solidFill>
            <a:srgbClr val="16244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1143000"/>
            <a:ext cx="274320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11430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1072" y="1664208"/>
            <a:ext cx="2523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size ≤ PV capacity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2148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11696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10Gi available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91072" y="2423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2423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10Gi requested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91072" y="2761488"/>
            <a:ext cx="25237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83464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 must have at least as much space as the PVC requests. Asking for 20Gi from a 10Gi PV will always fail.</a:t>
            </a:r>
            <a:endParaRPr lang="en-US" sz="105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17720"/>
            <a:ext cx="256032" cy="25603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9436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must match — miss any one and the PVC stays Pending forever.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Broken in This Lab — 3 Mismatches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PVC asked for things the PV couldn't provide: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595360" cy="1078992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16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5453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545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ReadWriteMany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1682496"/>
            <a:ext cx="3657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453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ReadWriteOnce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12080" y="130759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 only supports one node at a time. The PVC was asking for multi-node access — which this storage backend doesn't support.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8595360" cy="1078992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3172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Size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734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27340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10Gi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971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6968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20Gi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88920" y="2871216"/>
            <a:ext cx="3657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7340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10Gi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249631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fit 20Gi of stuff into a 10Gi storage unit. Kubernetes won't bind a PVC to a PV too small to satisfy it.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520440"/>
            <a:ext cx="8595360" cy="1078992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20440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93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39227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" y="3922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fast-storage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6968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88920" y="4059936"/>
            <a:ext cx="3657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9227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0040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fast-storage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12080" y="368503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different labels. Kubernetes treats them as completely separate pools — it won't cross-match them even if everything else fits.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Why Delete and Recreate?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032 — Kubernetes Storage  |  cloud-engineer-labs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114800" cy="3886200"/>
          </a:xfrm>
          <a:prstGeom prst="rect">
            <a:avLst/>
          </a:prstGeom>
          <a:solidFill>
            <a:srgbClr val="16244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046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just edit the PVC?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7490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treats core PVC fields as immutable — you cannot change accessModes or storageClassName on an existing PVC.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signed contract. Once submitted, the key terms are locked. If the terms are wrong, you void it and submit a new one.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PV is left completely untouched — it's a separate object. Only the PVC (the request) is deleted and recreated with the correct values.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06240" cy="3886200"/>
          </a:xfrm>
          <a:prstGeom prst="rect">
            <a:avLst/>
          </a:prstGeom>
          <a:solidFill>
            <a:srgbClr val="1A2B4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804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fix steps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broken PVC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554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pvc db-pvc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16712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1671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stuck pod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database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00837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corrected PVC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236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pvc.yaml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84962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38496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pod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4078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db-pod.yaml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418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is a wrapper around a container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197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manages pods. Your app runs inside the container inside the pod.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6184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is how you tell Kubernetes what to do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1947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— pod, PV, PVC — is declared in a YAML file and applied with kubectl.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4144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36829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= the actual storage, PVC = the request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772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provisions PVs. You write PVCs. Kubernetes binds them when all three rules match.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912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1181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must match: class, mode, size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77240" y="3447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StorageClass, accessMode, and capacity must all align. Miss one — PVC stays Pending.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410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" y="38679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PVCs are immutable — delete and recreate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777240" y="4197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edit core PVC fields. Delete the PVC, fix the YAML, reapply.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032 — Kubernetes Storage</dc:title>
  <dc:subject>PptxGenJS Presentation</dc:subject>
  <dc:creator>PptxGenJS</dc:creator>
  <cp:lastModifiedBy>PptxGenJS</cp:lastModifiedBy>
  <cp:revision>1</cp:revision>
  <dcterms:created xsi:type="dcterms:W3CDTF">2026-03-06T08:09:50Z</dcterms:created>
  <dcterms:modified xsi:type="dcterms:W3CDTF">2026-03-06T08:09:50Z</dcterms:modified>
</cp:coreProperties>
</file>