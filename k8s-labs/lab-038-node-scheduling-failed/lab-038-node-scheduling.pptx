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Scheduling Failed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pods get stuck in Pending — and how to fix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786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the Scheduler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37560" y="2468880"/>
            <a:ext cx="26517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578608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Taints &amp; Tolerations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2468880"/>
            <a:ext cx="26517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57860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Affinity Rules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Lab Series  •  Cloud &amp; DevOps Engineer Path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Node?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49808" y="221284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36921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9601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is a machine.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28800" y="15087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server, virtual machine, or a Raspberry Pi — it doesn't matter.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uses nodes to actually run your workloads.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create a pod, Kubernetes needs to pick a node to place it 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 that makes this decision is called the Scheduler.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474720"/>
            <a:ext cx="8412480" cy="1005840"/>
          </a:xfrm>
          <a:prstGeom prst="rect">
            <a:avLst/>
          </a:prstGeom>
          <a:solidFill>
            <a:srgbClr val="0A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3566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Pi: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94560" y="354787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runs everything on a single node — your Pi is both the control plane and the only worker. In a real cloud cluster you'd have tens or hundreds of nodes.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Scheduling Works — A Filter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pod, the scheduler runs each node through a series of filters.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6596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1508760"/>
            <a:ext cx="530352" cy="53035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Labels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node have the labels the pod requires?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0280" y="2231136"/>
            <a:ext cx="210312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417320"/>
            <a:ext cx="196596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508760"/>
            <a:ext cx="530352" cy="53035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42032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42032" y="25786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node have a taint the pod can't tolerate?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16552" y="2231136"/>
            <a:ext cx="210312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417320"/>
            <a:ext cx="196596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0096" y="1508760"/>
            <a:ext cx="530352" cy="53035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0096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18304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Affinity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25786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other pods here that affect placement?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92824" y="2231136"/>
            <a:ext cx="210312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3136" y="1417320"/>
            <a:ext cx="196596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16368" y="1508760"/>
            <a:ext cx="530352" cy="53035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1508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94576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4576" y="257860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node have enough CPU and memory?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8595360" cy="1051560"/>
          </a:xfrm>
          <a:prstGeom prst="rect">
            <a:avLst/>
          </a:prstGeom>
          <a:solidFill>
            <a:srgbClr val="0A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520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 038: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20240" y="350215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failed at Filter 1 (wrong nodeSelector label) and would have failed at Filter 2 (missing toleration). A node must pass ALL filters to be a valid candidate. Zero candidates = pod stuck Pending forever.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Taints &amp; Tolerations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106984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770" y="12262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a NODE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450592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"keep out" sign on a node.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that don't tolerate it are blocked from landing there.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dedicated=critical:NoSchedule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37760" y="914400"/>
            <a:ext cx="3931920" cy="3200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41848" y="1069848"/>
            <a:ext cx="694944" cy="69494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10" y="1226210"/>
            <a:ext cx="382219" cy="38221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3776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 a POD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120640" y="2450592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pod saying "I'm allowed in."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match key, value, AND effect exactly.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dedicated  value: critical  effect: NoSchedule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06240" y="2377440"/>
            <a:ext cx="73152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33088" y="2304288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A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48640" y="4325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783080" y="4325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toleration doesn't attract a pod to a tainted node — it only removes the barrier. The pod can still land on untainted nodes.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Effects — What Each One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430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NoSchedule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Lab 038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188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 on new pods. Existing pods already running on the node are unaffected. Most common effect.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8595360" cy="11430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58568"/>
            <a:ext cx="201168" cy="1143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NoExecute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aggressive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24871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new pods AND evicts any existing pods that don't tolerate the taint. Most disruptive.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8595360" cy="11430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57016"/>
            <a:ext cx="201168" cy="11430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484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PreferNoSchedule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hard block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378561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preference — the scheduler tries to avoid this node, but will use it if there's no better option.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 vs Node Affinity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4290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Hard rules only.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847088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01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label matching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59152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13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= pod stays Pending forever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71216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254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or soft option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128016" cy="12801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Lab 038 as the fault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914400"/>
            <a:ext cx="3931920" cy="342900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Affinity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Powerful. Hard AND soft rules.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66360" y="1847088"/>
            <a:ext cx="128016" cy="128016"/>
          </a:xfrm>
          <a:prstGeom prst="ellipse">
            <a:avLst/>
          </a:prstGeom>
          <a:solidFill>
            <a:srgbClr val="0ABFCC"/>
          </a:solidFill>
          <a:ln w="12700">
            <a:solidFill>
              <a:srgbClr val="0ABF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8013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requiredDuringScheduling — hard rule (same as nodeSelector)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66360" y="2414016"/>
            <a:ext cx="128016" cy="128016"/>
          </a:xfrm>
          <a:prstGeom prst="ellipse">
            <a:avLst/>
          </a:prstGeom>
          <a:solidFill>
            <a:srgbClr val="0ABFCC"/>
          </a:solidFill>
          <a:ln w="12700">
            <a:solidFill>
              <a:srgbClr val="0AB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3682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preferredDuringScheduling — try this, but fall back if needed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66360" y="2980944"/>
            <a:ext cx="128016" cy="128016"/>
          </a:xfrm>
          <a:prstGeom prst="ellipse">
            <a:avLst/>
          </a:prstGeom>
          <a:solidFill>
            <a:srgbClr val="0ABFCC"/>
          </a:solidFill>
          <a:ln w="12700">
            <a:solidFill>
              <a:srgbClr val="0ABF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93522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richer expressions (In, NotIn, Exists)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3547872"/>
            <a:ext cx="128016" cy="128016"/>
          </a:xfrm>
          <a:prstGeom prst="ellipse">
            <a:avLst/>
          </a:prstGeom>
          <a:solidFill>
            <a:srgbClr val="0ABFCC"/>
          </a:solidFill>
          <a:ln w="12700">
            <a:solidFill>
              <a:srgbClr val="0ABF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350215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standard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462272"/>
            <a:ext cx="8595360" cy="502920"/>
          </a:xfrm>
          <a:prstGeom prst="rect">
            <a:avLst/>
          </a:prstGeom>
          <a:solidFill>
            <a:srgbClr val="0A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use Node Affinity. nodeSelector is simpler to write but inflexible — one missing label and your pods never schedule.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— What Changed in the YAML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108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
</a:t>
            </a:r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nodeSelector:
</a:t>
            </a:r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disk-type: nvme
</a:t>
            </a:r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
</a:t>
            </a:r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app
</a:t>
            </a:r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image: nginx:1.25-alpine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035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9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tolerations block — pod blocked by any taint.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9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 requires a label no node has.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331720"/>
            <a:ext cx="512064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240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3931920" cy="310896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353312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
</a:t>
            </a:r>
            <a:pPr indent="0" marL="0">
              <a:buNone/>
            </a:pPr>
            <a:r>
              <a:rPr lang="en-US" sz="1100" b="1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tolerations:
</a:t>
            </a:r>
            <a:pPr indent="0" marL="0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key: dedicated
    value: critical
    effect: NoSchedule
</a:t>
            </a:r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containers:
</a:t>
            </a:r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name: 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image: nginx:1.25-alpine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3035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 removed — pod can land on any node.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D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Toleration added — pod allowed on tainted nodes.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142232"/>
            <a:ext cx="8595360" cy="777240"/>
          </a:xfrm>
          <a:prstGeom prst="rect">
            <a:avLst/>
          </a:prstGeom>
          <a:solidFill>
            <a:srgbClr val="0A2233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2153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/ K3s note: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420624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removes the control plane taint, so Taints: &lt;none&gt; on your Pi. Only the nodeSelector fault was active in this lab run. The toleration is still valid — tolerating a non-existent taint causes no errors.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12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0332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= the scheduler has nowhere to put the pod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3898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kubectl describe pod — the Events section tells you exactly which filter failed.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947672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020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nodeSelector is a hard filter with no fallback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05840" y="2377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missing label and the pod stays Pending forever. Use nodeAffinity in production for soft rules.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74320" y="2935224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00837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Taints repel. Tolerations allow.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05840" y="33649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must match on key, value, and effect. A toleration doesn't attract — it just removes the barrier.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4320" y="3922776"/>
            <a:ext cx="8595360" cy="868680"/>
          </a:xfrm>
          <a:prstGeom prst="rect">
            <a:avLst/>
          </a:prstGeom>
          <a:solidFill>
            <a:srgbClr val="1A2E4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23944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5840" y="39959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from either side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005840" y="435254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pod spec (remove selector, add toleration) or change the node (add label, remove taint). Context decides.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038 — Node Scheduling Failed</dc:title>
  <dc:subject>PptxGenJS Presentation</dc:subject>
  <dc:creator>PptxGenJS</dc:creator>
  <cp:lastModifiedBy>PptxGenJS</cp:lastModifiedBy>
  <cp:revision>1</cp:revision>
  <dcterms:created xsi:type="dcterms:W3CDTF">2026-03-10T07:48:57Z</dcterms:created>
  <dcterms:modified xsi:type="dcterms:W3CDTF">2026-03-10T07:48:57Z</dcterms:modified>
</cp:coreProperties>
</file>