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0B4A6"/>
                </a:solidFill>
              </a:rPr>
              <a:t>LAB 036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Not Scaling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AFC0"/>
                </a:solidFill>
              </a:rPr>
              <a:t>Why your autoscaler shows &lt;unknown&gt; and what to do about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858768"/>
            <a:ext cx="694944" cy="69494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399775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0"/>
                </a:solidFill>
              </a:rPr>
              <a:t>HPA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78608" y="3858768"/>
            <a:ext cx="694944" cy="69494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597" y="399775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7744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0"/>
                </a:solidFill>
              </a:rPr>
              <a:t>Metrics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407408" y="3858768"/>
            <a:ext cx="694944" cy="69494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397" y="399775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0"/>
                </a:solidFill>
              </a:rPr>
              <a:t>Requests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236208" y="3858768"/>
            <a:ext cx="694944" cy="69494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197" y="3997757"/>
            <a:ext cx="416966" cy="4169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3504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0"/>
                </a:solidFill>
              </a:rPr>
              <a:t>Fix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36576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FC0"/>
                </a:solidFill>
              </a:rPr>
              <a:t>Kubernetes Labs Series  •  cloud-engineer-labs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HPA?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A6"/>
                </a:solidFill>
              </a:rPr>
              <a:t>Horizontal Pod Autoscaler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A Kubernetes controller that automatically adjusts how many pod replicas are running based on observed metrics.
</a:t>
            </a:r>
            <a:pPr algn="l" indent="0" marL="0">
              <a:buNone/>
            </a:pPr>
            <a:r>
              <a:rPr lang="en-US" sz="1300" b="1" dirty="0">
                <a:solidFill>
                  <a:srgbClr val="00B4A6"/>
                </a:solidFill>
              </a:rPr>
              <a:t>Horizontal</a:t>
            </a:r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 = more pods (scale out)
</a:t>
            </a:r>
            <a:pPr algn="l" indent="0" marL="0">
              <a:buNone/>
            </a:pPr>
            <a:r>
              <a:rPr lang="en-US" sz="1300" b="1" dirty="0">
                <a:solidFill>
                  <a:srgbClr val="8BAFC0"/>
                </a:solidFill>
              </a:rPr>
              <a:t>Vertical</a:t>
            </a:r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 = bigger pods (scale up)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You already know autoscaling — HPA is simply Kubernetes' built-in implementation of that concept.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0"/>
                </a:solidFill>
              </a:rPr>
              <a:t>Low 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1554480"/>
            <a:ext cx="914400" cy="502920"/>
          </a:xfrm>
          <a:prstGeom prst="rect">
            <a:avLst/>
          </a:prstGeom>
          <a:solidFill>
            <a:srgbClr val="008C82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194560"/>
            <a:ext cx="64008" cy="3657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212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842A"/>
                </a:solidFill>
              </a:rPr>
              <a:t>CPU &gt; 80%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2542032"/>
            <a:ext cx="402336" cy="201168"/>
          </a:xfrm>
          <a:prstGeom prst="triangl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</a:rPr>
              <a:t>HPA scales 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0"/>
                </a:solidFill>
              </a:rPr>
              <a:t>High Load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429000"/>
            <a:ext cx="594360" cy="457200"/>
          </a:xfrm>
          <a:prstGeom prst="rect">
            <a:avLst/>
          </a:prstGeom>
          <a:solidFill>
            <a:srgbClr val="008C82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5478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3429000"/>
            <a:ext cx="594360" cy="457200"/>
          </a:xfrm>
          <a:prstGeom prst="rect">
            <a:avLst/>
          </a:prstGeom>
          <a:solidFill>
            <a:srgbClr val="008C82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35478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429000"/>
            <a:ext cx="594360" cy="457200"/>
          </a:xfrm>
          <a:prstGeom prst="rect">
            <a:avLst/>
          </a:prstGeom>
          <a:solidFill>
            <a:srgbClr val="008C82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5478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FC0"/>
                </a:solidFill>
              </a:rPr>
              <a:t>Min: 1 replica   |   Max: 10 replicas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HPA calculates utilisation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143000"/>
            <a:ext cx="64008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34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Utilisation  =  ( Actual CPU Usage  ÷  Requested CPU )  ×  100%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228600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E884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0"/>
                </a:solidFill>
              </a:rPr>
              <a:t>Actual Usage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786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42A"/>
                </a:solidFill>
              </a:rPr>
              <a:t>80m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05840" y="3127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millicores currently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being consumed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A6"/>
                </a:solidFill>
              </a:rPr>
              <a:t>÷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0" y="2194560"/>
            <a:ext cx="228600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0"/>
                </a:solidFill>
              </a:rPr>
              <a:t>Requested CPU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5786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A6"/>
                </a:solidFill>
              </a:rPr>
              <a:t>100m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66160" y="3127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declared in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deployment manifest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A6"/>
                </a:solidFill>
              </a:rPr>
              <a:t>=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28600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0"/>
                </a:solidFill>
              </a:rPr>
              <a:t>Utilisation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5786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</a:rPr>
              <a:t>80%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127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above the 80%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→ scale up!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2A1010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069080"/>
            <a:ext cx="512064" cy="51206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4171493"/>
            <a:ext cx="307238" cy="30723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39959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Without a resource request, there is no denominator — the division is impossible. The HPA reports &lt;unknown&gt; and does nothing.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KUBERNETES UNITS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Millicores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CPU in Kubernetes is measured in thousandths of a core — called millicores (m)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728216"/>
            <a:ext cx="877824" cy="5212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89888" y="1728216"/>
            <a:ext cx="877824" cy="521208"/>
          </a:xfrm>
          <a:prstGeom prst="rect">
            <a:avLst/>
          </a:prstGeom>
          <a:solidFill>
            <a:srgbClr val="008C82"/>
          </a:solidFill>
          <a:ln w="12700">
            <a:solidFill>
              <a:srgbClr val="008C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04288" y="1728216"/>
            <a:ext cx="877824" cy="5212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1728216"/>
            <a:ext cx="877824" cy="521208"/>
          </a:xfrm>
          <a:prstGeom prst="rect">
            <a:avLst/>
          </a:prstGeom>
          <a:solidFill>
            <a:srgbClr val="008C82"/>
          </a:solidFill>
          <a:ln w="12700">
            <a:solidFill>
              <a:srgbClr val="008C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33088" y="1728216"/>
            <a:ext cx="877824" cy="5212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47488" y="1728216"/>
            <a:ext cx="877824" cy="521208"/>
          </a:xfrm>
          <a:prstGeom prst="rect">
            <a:avLst/>
          </a:prstGeom>
          <a:solidFill>
            <a:srgbClr val="008C82"/>
          </a:solidFill>
          <a:ln w="12700">
            <a:solidFill>
              <a:srgbClr val="008C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61888" y="1728216"/>
            <a:ext cx="877824" cy="5212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76288" y="1728216"/>
            <a:ext cx="877824" cy="521208"/>
          </a:xfrm>
          <a:prstGeom prst="rect">
            <a:avLst/>
          </a:prstGeom>
          <a:solidFill>
            <a:srgbClr val="008C82"/>
          </a:solidFill>
          <a:ln w="12700">
            <a:solidFill>
              <a:srgbClr val="008C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90688" y="1728216"/>
            <a:ext cx="877824" cy="5212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856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05088" y="1728216"/>
            <a:ext cx="694944" cy="521208"/>
          </a:xfrm>
          <a:prstGeom prst="rect">
            <a:avLst/>
          </a:prstGeom>
          <a:solidFill>
            <a:srgbClr val="008C82"/>
          </a:solidFill>
          <a:ln w="12700">
            <a:solidFill>
              <a:srgbClr val="008C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1856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2359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FC0"/>
                </a:solidFill>
              </a:rPr>
              <a:t>1 full CPU core  =  1000m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C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Equivalent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C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C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100m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0.1 core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One-tenth of a CPU  —  typical for a lightweight container at rest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250m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0.25 core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Quarter core  —  a small but active service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500m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0.5 core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Half a core  —  moderate workload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1000m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1 core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One full dedicated core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KEY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vs Limits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52044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548640" cy="5486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08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53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Guarantee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240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The minimum CPU/memory Kubernetes promises this pod will always have.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This is the number the HPA uses as its denominator — it must be set for autoscaling to work.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384048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383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cpu: "100m"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memory: "128Mi"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005072"/>
            <a:ext cx="3840480" cy="2560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0142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2A"/>
                </a:solidFill>
              </a:rPr>
              <a:t>HPA DEPENDS ON THIS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1143000"/>
            <a:ext cx="4114800" cy="3520440"/>
          </a:xfrm>
          <a:prstGeom prst="rect">
            <a:avLst/>
          </a:prstGeom>
          <a:solidFill>
            <a:srgbClr val="1A2E45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83480" y="1298448"/>
            <a:ext cx="548640" cy="5486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408176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0" y="1353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89204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Ceiling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892040" y="2240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The maximum CPU/memory the pod is allowed to consume.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If a pod hits its CPU limit it gets throttled. If it hits its memory limit it gets killed (OOMKilled).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892040" y="3291840"/>
            <a:ext cx="384048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0" y="3383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cpu: "500m"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memory: "256Mi"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892040" y="4005072"/>
            <a:ext cx="3840480" cy="256032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92040" y="40142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2A"/>
                </a:solidFill>
              </a:rPr>
              <a:t>PREVENTS RUNAWAY USAGE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DEPENDENCY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The HPA doesn't directly read CPU from pods. It asks metrics-server, which is a separate component that must be running.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1947672"/>
            <a:ext cx="585216" cy="58521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795" y="20647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0"/>
                </a:solidFill>
              </a:rPr>
              <a:t>generates CPU usage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0" y="2514600"/>
            <a:ext cx="50292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82112" y="2423160"/>
            <a:ext cx="201168" cy="228600"/>
          </a:xfrm>
          <a:prstGeom prst="triangl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1874520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87952" y="1947672"/>
            <a:ext cx="585216" cy="58521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95" y="206471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metrics-server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520440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0"/>
                </a:solidFill>
              </a:rPr>
              <a:t>collects &amp; exposes metrics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0" y="2514600"/>
            <a:ext cx="50292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25312" y="2423160"/>
            <a:ext cx="201168" cy="228600"/>
          </a:xfrm>
          <a:prstGeom prst="triangl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17920" y="1874520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31152" y="1947672"/>
            <a:ext cx="585216" cy="58521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195" y="2064715"/>
            <a:ext cx="351130" cy="35113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HPA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63640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0"/>
                </a:solidFill>
              </a:rPr>
              <a:t>queries &amp; acts on metrics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6576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Verify metrics-server is working: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365760" y="3840480"/>
            <a:ext cx="841248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" y="39319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top nodes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top pods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AFC0"/>
                </a:solidFill>
              </a:rPr>
              <a:t>If these commands return data, metrics-server is running. If they error, the HPA will never work — fix metrics-server first.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DIAGNOSIS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HPA error output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hpa web-tier-hpa  →  look at the Conditions section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1691640"/>
          </a:xfrm>
          <a:prstGeom prst="rect">
            <a:avLst/>
          </a:prstGeom>
          <a:solidFill>
            <a:srgbClr val="0A0A0A"/>
          </a:solidFill>
          <a:ln w="12700">
            <a:solidFill>
              <a:srgbClr val="8BA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        Status  Reason                   Message
</a:t>
            </a:r>
            <a:pPr algn="l" indent="0" marL="0">
              <a:buNone/>
            </a:pPr>
            <a:r>
              <a:rPr lang="en-US" sz="1000" dirty="0">
                <a:solidFill>
                  <a:srgbClr val="8BA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           ------  ------                   -------
</a:t>
            </a:r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AbleToScale    True    SucceededGetScale        ...
</a:t>
            </a:r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ScalingActive  </a:t>
            </a:r>
            <a:pPr algn="l" indent="0" marL="0">
              <a:buNone/>
            </a:pPr>
            <a:r>
              <a:rPr lang="en-US" sz="1000" b="1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 </a:t>
            </a:r>
            <a:pPr algn="l" indent="0" marL="0">
              <a:buNone/>
            </a:pPr>
            <a:r>
              <a:rPr lang="en-US" sz="1000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FailedGetResourceMetric  </a:t>
            </a:r>
            <a:pPr algn="l" indent="0" marL="0">
              <a:buNone/>
            </a:pPr>
            <a:r>
              <a:rPr lang="en-US" sz="1000" b="1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request for cpu
</a:t>
            </a:r>
            <a:pPr algn="l" indent="0" marL="0">
              <a:buNone/>
            </a:pPr>
            <a:r>
              <a:rPr lang="en-US" sz="1000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in container </a:t>
            </a:r>
            <a:pPr algn="l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pPr algn="l" indent="0" marL="0">
              <a:buNone/>
            </a:pPr>
            <a:r>
              <a:rPr lang="en-US" sz="1000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 Pod </a:t>
            </a:r>
            <a:pPr algn="l" indent="0" marL="0">
              <a:buNone/>
            </a:pPr>
            <a:r>
              <a:rPr lang="en-US" sz="10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web-tier-749878574b-kk5pv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310128"/>
            <a:ext cx="8412480" cy="530352"/>
          </a:xfrm>
          <a:prstGeom prst="rect">
            <a:avLst/>
          </a:prstGeom>
          <a:solidFill>
            <a:srgbClr val="1A2E4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467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HPA can reach the deployment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but cannot calculate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8412480" cy="530352"/>
          </a:xfrm>
          <a:prstGeom prst="rect">
            <a:avLst/>
          </a:prstGeom>
          <a:solidFill>
            <a:srgbClr val="1A2E45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684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842A"/>
                </a:solidFill>
              </a:rPr>
              <a:t>Tells you exactly which container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842A"/>
                </a:solidFill>
              </a:rPr>
              <a:t>and pod is missing the request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THE FIX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resource requests to the deployment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Edit the deployment manifest and add a resources block under the container definition: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754880" cy="2606040"/>
          </a:xfrm>
          <a:prstGeom prst="rect">
            <a:avLst/>
          </a:prstGeom>
          <a:solidFill>
            <a:srgbClr val="1E3A2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4480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web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nginx:1.25-alpine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containerPort: 80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cpu: "100m"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memory: "128Mi"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cpu: "500m"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memory: "256Mi"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36576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536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requests.cpu: 100m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The denominator the HPA needs. At 80m actual usage → 80% utilisation → triggers scale-up.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633472"/>
            <a:ext cx="36576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8BA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706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limits.cpu: 500m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2999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Hard ceiling. Prevents one pod consuming all available CPU on the node.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Then reapply: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solidFill>
            <a:srgbClr val="1E3A2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55371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manifests/broken/deployment.yaml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VERIFICATION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429000"/>
          </a:xfrm>
          <a:prstGeom prst="rect">
            <a:avLst/>
          </a:prstGeom>
          <a:solidFill>
            <a:srgbClr val="1A2E45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347472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BEFORE — Broken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374904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64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&lt;unknown&gt;/80%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ScalingActive  </a:t>
            </a:r>
            <a:pPr algn="l" indent="0" marL="0">
              <a:buNone/>
            </a:pPr>
            <a:r>
              <a:rPr lang="en-US" sz="1100" b="1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FailedGetResourceMetric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8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request for cpu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3200400"/>
            <a:ext cx="640080" cy="6400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416" y="3328416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842A"/>
                </a:solidFill>
              </a:rPr>
              <a:t>HPA cannot calculate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842A"/>
                </a:solidFill>
              </a:rPr>
              <a:t>utilisation — does nothing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92040" y="1097280"/>
            <a:ext cx="4114800" cy="3429000"/>
          </a:xfrm>
          <a:prstGeom prst="rect">
            <a:avLst/>
          </a:prstGeom>
          <a:solidFill>
            <a:srgbClr val="1A2E4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92040" y="1097280"/>
            <a:ext cx="411480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11155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AFTER — Fixed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1572768"/>
            <a:ext cx="374904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0" y="1664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0%/80%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74920" y="2331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ScalingActive  </a:t>
            </a:r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ValidMetricFound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HPA successfully calculated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 count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29400" y="3200400"/>
            <a:ext cx="640080" cy="6400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3328416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7492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HPA is active and will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scale when CPU hits 80%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FC0"/>
                </a:solidFill>
              </a:rPr>
              <a:t>Note: 0%/80% is correct — nginx is idle with no traffic. Send load and the percentage would rise.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A6"/>
                </a:solidFill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Lab 036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07592"/>
            <a:ext cx="457200" cy="45720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990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075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HPA shows &lt;unknown&gt; when it can't calculate utilisation — the most common cause is missing resource requests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965960"/>
            <a:ext cx="841248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039112"/>
            <a:ext cx="457200" cy="45720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05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0391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Resource requests are the denominator in the HPA's maths — they are a mandatory prerequisite, not optional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697480"/>
            <a:ext cx="841248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2770632"/>
            <a:ext cx="457200" cy="45720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620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7706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metrics-server must be running — the HPA gets all its data from it. Check with kubectl top pods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4360" y="3502152"/>
            <a:ext cx="457200" cy="45720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359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5021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kubectl describe hpa gives you a precise error — it names the exact container and pod that's missing the request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4360" y="4233672"/>
            <a:ext cx="457200" cy="45720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2511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42336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After fixing, wait ~30 seconds for metrics to populate before expecting the HPA to show a real percentage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036 — HPA Not Scaling</dc:title>
  <dc:subject>PptxGenJS Presentation</dc:subject>
  <dc:creator>PptxGenJS</dc:creator>
  <cp:lastModifiedBy>PptxGenJS</cp:lastModifiedBy>
  <cp:revision>1</cp:revision>
  <dcterms:created xsi:type="dcterms:W3CDTF">2026-03-10T08:29:36Z</dcterms:created>
  <dcterms:modified xsi:type="dcterms:W3CDTF">2026-03-10T08:29:36Z</dcterms:modified>
</cp:coreProperties>
</file>