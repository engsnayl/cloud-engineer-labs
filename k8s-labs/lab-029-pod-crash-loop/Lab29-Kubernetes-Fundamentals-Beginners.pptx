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Kubernetes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Fundamentals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Beginner's Guide — What It Is, Why It Exists, and How It Works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29 Companion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Kubernetes?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25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1887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Short Version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554480" y="164592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(K8s) is a system that manages your containers for you.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tell it what you want running, and it makes it happen — starting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containers, restarting them when they crash, and spreading them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machines.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3017520"/>
            <a:ext cx="78638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4612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31089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Analogy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554480" y="356616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one shipping container (runs one app)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the port authority (decides which containers go where,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damaged ones, manages the whole fleet)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Docker to Kubernetes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know Docker. Here's how Kubernetes builds on top of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749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3749040" cy="50292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3619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4813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Docker Alone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14884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run containers one at a time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crashes, you restart it manually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 which machine it runs 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 networking yourself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= running more docker run commands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1463040"/>
            <a:ext cx="3749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463040"/>
            <a:ext cx="3749040" cy="50292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53619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4813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Kubernetes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029200" y="214884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describe what you want in a YAML file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restarts crashed containers automatically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decides which machine to use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is handled for you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= change a number in the YAML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Concepts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 you need to know.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389888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2801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Container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926080" y="128016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running instance of an application. You built these in your Docker labs.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14884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304288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1945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Pod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2926080" y="219456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unit in K8s. A wrapper around one or more containers. Usually one container per pod.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306324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18688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1089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2926080" y="310896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instruction sheet. Tells K8s: "Run X copies of this pod, using this image, with these settings."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397764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133088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40233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Manifest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2926080" y="402336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YAML file you write. Describes what you want, not how to do it. K8s makes it happen.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Declarative vs Imperative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biggest mental shift from Docker to Kubernetes.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749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73152" cy="1828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Imperative (Docker)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9659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give step-by-step commands: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"Pull this image. Run this container.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this port. Restart it if it dies."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749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463040"/>
            <a:ext cx="73152" cy="1828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Declarative (Kubernetes)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20640" y="19659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describe the end result: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want 1 pod running nginx:1.25 on port 80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128Mi RAM." K8s figures out how.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7863840" cy="118872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3657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 of it like your BA work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4023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a requirements spec (the YAML manifest) that describes what the system should do.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is the development team that reads your spec and continuously works to make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match the requirements. If something breaks, it fixes it automatically.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YAML Manifest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instruction sheet — what each section tells Kubernetes.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78638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1206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Tells Kubernetes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apiVersion / kind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type of resource (Deployment, Service, etc.) and which API version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and labels — how you identify and find this resource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spec.replicas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many copies of the pod to run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spec.selector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the Deployment finds pods that belong to it (by label)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spec.template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pod blueprint — what image, ports, probes, and resources to 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657600"/>
            <a:ext cx="7863840" cy="1097280"/>
          </a:xfrm>
          <a:prstGeom prst="rect">
            <a:avLst/>
          </a:prstGeom>
          <a:solidFill>
            <a:srgbClr val="FFF8E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79476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37033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Point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371600" y="40233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create containers directly in Kubernetes. You write a manifest file,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it to K8s with kubectl apply, and K8s creates everything for you.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Liveness Probes — Health Checks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801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188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liveness probe?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554480" y="155448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periodic health check. Kubernetes pokes your app at a specific port and path.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app responds with "200 OK" — it's alive. If it doesn't respond, or responds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an error, Kubernetes considers it dead and restarts the container.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651760"/>
            <a:ext cx="3749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2651760"/>
            <a:ext cx="73152" cy="137160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Correct Probe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914400" y="31089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 80, path: /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listens on 80 and responds at /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gets a 200 back — all good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754880" y="2651760"/>
            <a:ext cx="3749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754880" y="2651760"/>
            <a:ext cx="73152" cy="137160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74320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86400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Wrong Probe (Lab 29)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5029200" y="31089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 8080, path: /healthz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listens on 8080. Connection refused.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kills the container. Crash loop.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40080" y="4251960"/>
            <a:ext cx="7863840" cy="64008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8" name="Text 13"/>
          <p:cNvSpPr/>
          <p:nvPr/>
        </p:nvSpPr>
        <p:spPr>
          <a:xfrm>
            <a:off x="914400" y="42976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probe must match where your app actually listens. Wrong port or path = K8s kills a healthy container.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 Requests &amp; Limits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78638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344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097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 of it like a phone contract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554480" y="150876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your minimum guaranteed allowance. "I need at least this much to function."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the absolute maximum. "You can never go above this, even if you try."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697480"/>
            <a:ext cx="37490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2697480"/>
            <a:ext cx="73152" cy="169164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8892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914400" y="32004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Requests: 128Mi / 250m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     256Mi / 500m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"Guarantee me 128Mi, let me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up to 256Mi if needed"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754880" y="2697480"/>
            <a:ext cx="37490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754880" y="2697480"/>
            <a:ext cx="73152" cy="169164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78892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8640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Invalid (Lab 29)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5029200" y="32004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Requests: 256Mi / 500m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     128Mi / 250m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"Guarantee me 256Mi, but only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128Mi" — impossible!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18" name="Text 13"/>
          <p:cNvSpPr/>
          <p:nvPr/>
        </p:nvSpPr>
        <p:spPr>
          <a:xfrm>
            <a:off x="914400" y="4617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rule: Requests must always be ≤ Limits. K8s rejects the manifest if not.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Types of K8s Errors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97280"/>
            <a:ext cx="73152" cy="109728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344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Validation Error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0876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on kubectl apply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0" y="1143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has invalid values. K8s rejects it at the door.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29: Requests &gt; Limits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377440"/>
            <a:ext cx="78638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" y="2377440"/>
            <a:ext cx="73152" cy="109728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1460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2423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ImagePullBackOff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50876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pod creation, before start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72000" y="2423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can't download the container image from the registry.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572000" y="2971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29: nginx:1.99.0 doesn't exist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0080" y="3657600"/>
            <a:ext cx="78638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0080" y="3657600"/>
            <a:ext cx="73152" cy="109728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79476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08760" y="3703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CrashLoopBackOff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508760" y="4023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container starts running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572000" y="3703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starts then keeps crashing. K8s restarts it with growing delays.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572000" y="4251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29: Liveness probe on wrong port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Debugging Toolkit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commands that solve 90% of Kubernetes debugging.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8132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17320" y="17190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what's running and what state it's in. Your first move, every time.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17320" y="2011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status (Running, CrashLoopBackOff, ImagePullBackOff), restart count, and age.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2560320"/>
            <a:ext cx="78638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67004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pod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417320" y="29077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detailed investigation. Shows everything about a pod, including the Events log.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417320" y="32004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Events section at the bottom is the most important output — it tells you exactly what K8s tried and what failed.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3749040"/>
            <a:ext cx="78638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858768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logs &lt;pod&gt;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417320" y="4096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the application itself printed. Use --previous to see logs from the last crash.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417320" y="43891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container never started (image pull failure), there won't be any logs. That itself is a clue.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371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manages containers for you — you declare what you want, it makes it happen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0312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20574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run containers directly — you write a YAML manifest and apply it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8892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88720" y="2743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something breaks, fix the manifest, not the pod — K8s recreates from the manifest</a:t>
            </a:r>
            <a:endParaRPr lang="en-US" sz="15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474720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88720" y="3429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describe pod is your best friend — the Events section tells you exactly what went wrong</a:t>
            </a:r>
            <a:endParaRPr lang="en-US" sz="15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160520"/>
            <a:ext cx="274320" cy="2743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88720" y="4114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appear at different stages — validation, image pull, or runtime — and each needs a different fix</a:t>
            </a:r>
            <a:endParaRPr lang="en-US" sz="1500" dirty="0"/>
          </a:p>
        </p:txBody>
      </p:sp>
      <p:sp>
        <p:nvSpPr>
          <p:cNvPr id="14" name="Shape 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Kubernetes Fundamentals for Beginners</dc:title>
  <dc:subject>PptxGenJS Presentation</dc:subject>
  <dc:creator>Stephen - Cloud Engineer Labs</dc:creator>
  <cp:lastModifiedBy>Stephen - Cloud Engineer Labs</cp:lastModifiedBy>
  <cp:revision>1</cp:revision>
  <dcterms:created xsi:type="dcterms:W3CDTF">2026-03-03T08:28:57Z</dcterms:created>
  <dcterms:modified xsi:type="dcterms:W3CDTF">2026-03-03T08:28:57Z</dcterms:modified>
</cp:coreProperties>
</file>