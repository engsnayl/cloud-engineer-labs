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371600" cy="411480"/>
          </a:xfrm>
          <a:prstGeom prst="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LAB 034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&amp; Secret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and fixing pods stuck in CreateContainerConfigError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Kubernetes Labs  •  Cloud Engineer Programme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43800" y="205740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0114" y="2283714"/>
            <a:ext cx="553212" cy="5532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Plain English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new employee is told: </a:t>
            </a:r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login is in the blue folder, your password is in the safe."</a:t>
            </a:r>
            <a:pPr indent="0" marL="0">
              <a:buNone/>
            </a:pPr>
            <a:r>
              <a:rPr lang="en-US" sz="15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But nobody put anything there. They can't start — they're just stood there waiting.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2651760" cy="233172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2615184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2746858"/>
            <a:ext cx="321869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is stuck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63931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CreateContainerConfigError — Kubernetes can't start the container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514600"/>
            <a:ext cx="2651760" cy="233172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46704" y="2615184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378" y="2746858"/>
            <a:ext cx="321869" cy="3218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missing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363931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app-config was never created — database_host and database_port unavailable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514600"/>
            <a:ext cx="2651760" cy="233172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81344" y="2615184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018" y="2746858"/>
            <a:ext cx="321869" cy="3218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missing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0" y="363931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app-secrets was never created — db-password unavailable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Kubernetes Stores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737360" cy="292608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91440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8408" y="1527048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1683410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letter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67712" y="2468880"/>
            <a:ext cx="32918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95728" y="23591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70048" y="1005840"/>
            <a:ext cx="1737360" cy="292608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28416" y="91440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28416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91256" y="1527048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618" y="1683410"/>
            <a:ext cx="382219" cy="38221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61488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61488" y="3063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 Kubernetes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480560" y="2468880"/>
            <a:ext cx="32918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08576" y="23591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82896" y="1005840"/>
            <a:ext cx="1737360" cy="292608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541264" y="91440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41264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04104" y="1527048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466" y="1683410"/>
            <a:ext cx="382219" cy="38221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974336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etcd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974336" y="3063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database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693408" y="2468880"/>
            <a:ext cx="32918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821424" y="23591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7095744" y="1005840"/>
            <a:ext cx="1737360" cy="292608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54112" y="91440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754112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616952" y="1527048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3314" y="1683410"/>
            <a:ext cx="382219" cy="382219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187184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reads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API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187184" y="3063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the file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4864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YAML file is just the instruction. Once applied, Kubernetes owns the object — the file can be deleted.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0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-l app=webapp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CreateContainerConfigError — pod can't start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-l app=webapp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section shows: Error: configmap "app-config" not found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65760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12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deployment webapp -o yaml | grep -A5 "configMapKeyRef\|secretKeyRef"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all three missing keys: database_host, database_port, db-password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7C2D1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Kubernetes only reports the FIRST missing resource — always check the full Deployment spec before creating anything.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Create the YAML Files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727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configmap.yaml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92808" y="102412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39112" y="960120"/>
            <a:ext cx="15727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960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 configmap.yaml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11880" y="102412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58184" y="960120"/>
            <a:ext cx="15727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960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secret.yaml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30952" y="102412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77256" y="960120"/>
            <a:ext cx="15727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77256" y="960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 secret.yaml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50024" y="102412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96328" y="960120"/>
            <a:ext cx="15727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6328" y="960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645920"/>
            <a:ext cx="4023360" cy="320040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64592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configmap.yaml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2121408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ConfigMap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app-config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database_host: "db.internal"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database_port: "5432"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434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 — plain text, safe to commit to Git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645920"/>
            <a:ext cx="4023360" cy="320040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64592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secret.yaml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121408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app-secrets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stringData: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db-password: "s3cr3t"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4434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stringData: — Kubernetes handles base64 encoding for you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Verify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7452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241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deployment.apps/webapp 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unchanged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configmap/app-config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secret/app-secrets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269748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017520"/>
            <a:ext cx="26974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already existed — Kubernetes compared it, found no difference, left it alone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017520"/>
            <a:ext cx="269748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017520"/>
            <a:ext cx="26974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×2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5204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and Secret objects written to etcd — immediately available to the pod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017520"/>
            <a:ext cx="269748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301752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pod restart needed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35204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retries automatically — the pod transitions to Running on its own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82880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280160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6" y="1411834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070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is just the instruction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applied, the object lives in etcd. The file can be deleted. The pod never sees 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10912" y="1280160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586" y="1411834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2070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references, never contains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19659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ConfigMaps and Secrets separate. The same Deployment works across all environments.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160520" cy="182880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6072" y="3291840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6" y="3423514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18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sequential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3977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reports one missing resource at a time. Always check the full spec first.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1323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10912" y="3291840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586" y="3423514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218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stringData over data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83480" y="3977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plain text — Kubernetes handles base64 encoding. Never hardcode secrets in the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132336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966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Wrong key names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99669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database_host ≠ db_host. One character wrong — Kubernetes treats it as missing.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069848"/>
            <a:ext cx="0" cy="49377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132336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64792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013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Assuming only one thing is missing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180136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ConfigMap error, Secret error appears next. Check the full spec upfront.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1874520"/>
            <a:ext cx="0" cy="49377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132336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9464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Editing the Deployment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6060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Never. The Deployment references — it doesn't contain. Keep resources separate.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2679192"/>
            <a:ext cx="0" cy="49377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132336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74136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10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using data: instead of stringData: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341071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requires manual base64 encoding. Always use stringData: when writing by hand.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3483864"/>
            <a:ext cx="0" cy="49377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132336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78808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153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Assuming base64 = encryption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421538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isn't. Anyone with kubectl get secret can decode it instantly.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49040" y="4288536"/>
            <a:ext cx="0" cy="493776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 This Lab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In Production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023360" cy="768096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463040"/>
            <a:ext cx="4023360" cy="768096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1790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secrets in stringData: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1790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plain Secrets to Git — use sealed-secrets, SOPS, or AWS Secrets Manager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4023360" cy="768096"/>
          </a:xfrm>
          <a:prstGeom prst="rect">
            <a:avLst/>
          </a:prstGeom>
          <a:solidFill>
            <a:srgbClr val="0F21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322576"/>
            <a:ext cx="4023360" cy="768096"/>
          </a:xfrm>
          <a:prstGeom prst="rect">
            <a:avLst/>
          </a:prstGeom>
          <a:solidFill>
            <a:srgbClr val="0F21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774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 with touch and nano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VS Code, committed to Git, applied by a CI/CD pipeline automatically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4023360" cy="768096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182112"/>
            <a:ext cx="4023360" cy="768096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3697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run manually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23697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— Git is source of truth, pipeline triggers the apply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4023360" cy="768096"/>
          </a:xfrm>
          <a:prstGeom prst="rect">
            <a:avLst/>
          </a:prstGeom>
          <a:solidFill>
            <a:srgbClr val="0F21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4041648"/>
            <a:ext cx="4023360" cy="768096"/>
          </a:xfrm>
          <a:prstGeom prst="rect">
            <a:avLst/>
          </a:prstGeom>
          <a:solidFill>
            <a:srgbClr val="0F21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9651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changes don't restart pod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409651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in production too — env.valueFrom requires a pod restart to pick up changes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034 Complete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&amp; Secret Missing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files are instruction letters — objects live in etcd, pods read from the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04825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CreateContainerConfigError always means a missing ConfigMap or Secret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pod → Events section tells you exactly what's missing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21868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sequential — check the full Deployment spec before you start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9534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80390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belongs in new files, not the Deployment — keep resources separate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38912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recover automatically once missing resources are created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32336"/>
          </a:solidFill>
          <a:ln w="12700">
            <a:solidFill>
              <a:srgbClr val="1323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Labs  •  Cloud Engineer Programme  •  github.com/engsnayl/cloud-engineer-labs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034 — ConfigMap and Secret Missing</dc:title>
  <dc:subject>PptxGenJS Presentation</dc:subject>
  <dc:creator>PptxGenJS</dc:creator>
  <cp:lastModifiedBy>PptxGenJS</cp:lastModifiedBy>
  <cp:revision>1</cp:revision>
  <dcterms:created xsi:type="dcterms:W3CDTF">2026-03-12T15:03:42Z</dcterms:created>
  <dcterms:modified xsi:type="dcterms:W3CDTF">2026-03-12T15:03:42Z</dcterms:modified>
</cp:coreProperties>
</file>