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6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031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Misconfigured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Diagnosing and fixing Kubernetes Ingress routing rules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point to the wrong service names and ports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0" y="13716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16" y="1499616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Kubernetes Ingress?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280160"/>
            <a:ext cx="7315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</a:rPr>
              <a:t>The front door to your cluster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An Ingress is a set of routing rules that tells Kubernetes:</a:t>
            </a:r>
            <a:endParaRPr lang="en-US" sz="17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</a:rPr>
              <a:t>"When traffic arrives at this URL path, send it to this Service on this port"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distinction: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The Ingress resource is just a declaration — it does nothing by itself.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An Ingress Controller (Traefik, Nginx, etc.) reads these rules and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does the actual routing. No controller = no routing.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Architecture — The Layers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51560"/>
            <a:ext cx="8046720" cy="685800"/>
          </a:xfrm>
          <a:prstGeom prst="rect">
            <a:avLst/>
          </a:prstGeom>
          <a:solidFill>
            <a:srgbClr val="164E63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051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77440" y="105156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system — a group of machines managed as one unit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1874520"/>
            <a:ext cx="7772400" cy="685800"/>
          </a:xfrm>
          <a:prstGeom prst="rect">
            <a:avLst/>
          </a:prstGeom>
          <a:solidFill>
            <a:srgbClr val="155E75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05840" y="18745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651760" y="18745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machines — control plane (management) + workers (apps)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97280" y="2697480"/>
            <a:ext cx="7498080" cy="685800"/>
          </a:xfrm>
          <a:prstGeom prst="rect">
            <a:avLst/>
          </a:prstGeom>
          <a:solidFill>
            <a:srgbClr val="0E749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280160" y="26974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926080" y="26974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Smallest unit — one or more containers running together on a node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371600" y="3520440"/>
            <a:ext cx="7223760" cy="68580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554480" y="3520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200400" y="35204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name + IP in front of pods — survives pod restarts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645920" y="4343400"/>
            <a:ext cx="6949440" cy="6858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828800" y="43434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474720" y="43434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door — routes external traffic to the right Service by URL path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Traffic Flows Through a Cluster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463040"/>
            <a:ext cx="1463040" cy="1371600"/>
          </a:xfrm>
          <a:prstGeom prst="rect">
            <a:avLst/>
          </a:prstGeom>
          <a:solidFill>
            <a:srgbClr val="164E63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15087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21945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sends HTTP request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737360" y="2148840"/>
            <a:ext cx="5486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57400" y="1920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0" y="1463040"/>
            <a:ext cx="1463040" cy="13716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011680" y="15087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011680" y="21945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Traefik / Nginx pod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0" y="2148840"/>
            <a:ext cx="5486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94760" y="1920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749040" y="1463040"/>
            <a:ext cx="1463040" cy="13716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749040" y="15087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749040" y="21945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path + host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12080" y="2148840"/>
            <a:ext cx="5486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32120" y="1920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0" y="1463040"/>
            <a:ext cx="1463040" cy="13716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486400" y="15087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486400" y="21945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name → pod IP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949440" y="2148840"/>
            <a:ext cx="5486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69480" y="1920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223760" y="1463040"/>
            <a:ext cx="1463040" cy="13716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223760" y="15087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223760" y="21945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handles request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48640" y="3291840"/>
            <a:ext cx="8046720" cy="14630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914400" y="34290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On your Pi (K3s)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K3s uses Traefik as its default Ingress Controller (not Nginx).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Your Pi is a single-node cluster — one machine plays every role: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control plane + worker node + Ingress controller all on one device.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— Two Bugs in the Ingress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3840480" cy="22860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85800" y="1234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88720" y="123444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Wrong Service Name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Ingress routes / to web-frontend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Actual service is called frontend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No matching Service = 404 error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3840480" cy="22860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1234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94960" y="123444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Wrong Port Numbers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Ingress uses 8080 and 3000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Both Services listen on port 80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Wrong port = connection failure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657600"/>
            <a:ext cx="8046720" cy="11887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749040"/>
          <a:ext cx="7315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971800"/>
                <a:gridCol w="2971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B8A6"/>
                          </a:solidFill>
                        </a:rPr>
                        <a:t>Path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B8A6"/>
                          </a:solidFill>
                        </a:rPr>
                        <a:t>Ingress Expected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B8A6"/>
                          </a:solidFill>
                        </a:rPr>
                        <a:t>Reality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/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web-frontend:8080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</a:rPr>
                        <a:t>frontend:80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/api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api-service:3000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</a:rPr>
                        <a:t>api-service:80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Pathway — How Would I Know?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789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078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" y="1005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Ingress rules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91840" y="1005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ingress app-ingress -o yaml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0" y="1005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Ingress think it's routing to?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18562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97280" y="1783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actual Services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291840" y="1783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svc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8368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Services actually exist, and on what ports?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263347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97280" y="2560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291840" y="2560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 names + ports side by side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83680" y="2560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Ingress rules match reality?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34107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3410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97280" y="3337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manifest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291840" y="3337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 manifests/broken/ingress.yaml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83680" y="3337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the name and port mismatches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41879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4187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097280" y="4114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and verify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3291840" y="4114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... then kubectl describe ingress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583680" y="4114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controller picked up the changes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Commands Explained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8046720" cy="38404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B8A6"/>
                          </a:solidFill>
                        </a:rPr>
                        <a:t>Command Pattern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B8A6"/>
                          </a:solidFill>
                        </a:rPr>
                        <a:t>What It Does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kubectl get &lt;type&gt;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List all resources of that type in the namespace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kubectl get &lt;type&gt; &lt;name&gt; -o yaml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Full YAML definition of a specific resource from the API server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kubectl describe &lt;type&gt; &lt;name&gt;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Human-readable details + events + warnings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kubectl apply -f &lt;file&gt;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Create or update a resource from a manifest file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kubectl delete &lt;type&gt; &lt;name&gt;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Remove a resource from the cluster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follow the same pattern: kubectl &lt;verb&gt; &lt;resource-type&gt; [name] [flags]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Port vs Container Port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011680" cy="10972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1887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Ingress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References port: 80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60604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</a:rPr>
              <a:t>▶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108960" y="1188720"/>
            <a:ext cx="2560320" cy="10972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108960" y="11887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Service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port: 80 → targetPort: 3000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80644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</a:rPr>
              <a:t>▶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09360" y="1188720"/>
            <a:ext cx="2377440" cy="10972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09360" y="11887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Pod / Container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Listens on port 3000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2743200"/>
            <a:ext cx="8046720" cy="21031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14400" y="28803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The critical distinction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The Ingress references the Service's port — not the container's port.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The Service handles the mapping between its own port and the container's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targetPort. So if the Service has port: 80, targetPort: 3000, the Ingress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should reference port 80 — never 3000.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 this lab, both Services have port: 80, so the Ingress must use 80 for both.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8046720" cy="658368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005840"/>
            <a:ext cx="64008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0058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pod/Deployment name instead of Service name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0" y="10058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routes to Services — not pods or Deployments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8046720" cy="658368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783080"/>
            <a:ext cx="64008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7830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Confusing Service port with container port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0" y="178308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uses the Service's port, not the pod's containerPort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2560320"/>
            <a:ext cx="8046720" cy="658368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2560320"/>
            <a:ext cx="64008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25603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Ingress controller installed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0" y="25603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Ingress resource does nothing without a controller running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337560"/>
            <a:ext cx="8046720" cy="658368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" y="3337560"/>
            <a:ext cx="64008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333756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kubectl apply -f with wrong path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0" y="33375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relative path from current directory, or full absolute path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114800"/>
            <a:ext cx="8046720" cy="658368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" y="4114800"/>
            <a:ext cx="64008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41148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Forgetting the rewrite-target annotation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0" y="411480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/api/users is forwarded as-is without it — may not match app routes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vs Production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4572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B8A6"/>
                          </a:solidFill>
                        </a:rPr>
                        <a:t>This Lab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B8A6"/>
                          </a:solidFill>
                        </a:rPr>
                        <a:t>Production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K3s with Traefik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Nginx, AWS ALB, HAProxy, Istio Gateway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HTTP only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TLS/HTTPS with cert-manager + Let's Encrypt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Single host rule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Multiple hosts — app.example.com, api.example.com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Prefix path matching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Mix of Prefix and Exact path types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Ingress API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Gateway API replacing Ingress for complex routing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05156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74" y="1121054"/>
            <a:ext cx="208483" cy="2084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005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service names must match actual Service names exactly — wrong name = 404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40080" y="169164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4" y="1761134"/>
            <a:ext cx="208483" cy="2084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1645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Ingress port must match the Service's port, not the container's port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640080" y="233172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" y="2401214"/>
            <a:ext cx="208483" cy="20848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8720" y="2286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describe ingress is the key diagnostic — shows rules + warns about missing backends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640080" y="297180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74" y="3041294"/>
            <a:ext cx="208483" cy="20848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88720" y="2926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is just a declaration — the Ingress Controller (Traefik/Nginx) does the routing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640080" y="361188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" y="3681374"/>
            <a:ext cx="208483" cy="20848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88720" y="3566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get svc is your cross-reference — always compare Ingress rules vs real Services</a:t>
            </a:r>
            <a:endParaRPr lang="en-US" sz="1300" dirty="0"/>
          </a:p>
        </p:txBody>
      </p:sp>
      <p:sp>
        <p:nvSpPr>
          <p:cNvPr id="20" name="Shape 12"/>
          <p:cNvSpPr/>
          <p:nvPr/>
        </p:nvSpPr>
        <p:spPr>
          <a:xfrm>
            <a:off x="640080" y="425196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574" y="4321454"/>
            <a:ext cx="208483" cy="208483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188720" y="4206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get ingress follows the same pattern as every other kubectl get command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031 Complete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routing rules diagnosed and fixed.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7680960" cy="12801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329184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Reset command: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delete ingress app-ingress &amp;&amp; kubectl delete -f services.yaml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-- manifests/broken/ingress.yaml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031 — Ingress Misconfigured</dc:title>
  <dc:subject>PptxGenJS Presentation</dc:subject>
  <dc:creator>Stephen Naylor</dc:creator>
  <cp:lastModifiedBy>Stephen Naylor</cp:lastModifiedBy>
  <cp:revision>1</cp:revision>
  <dcterms:created xsi:type="dcterms:W3CDTF">2026-04-05T21:03:22Z</dcterms:created>
  <dcterms:modified xsi:type="dcterms:W3CDTF">2026-04-05T21:03:22Z</dcterms:modified>
</cp:coreProperties>
</file>