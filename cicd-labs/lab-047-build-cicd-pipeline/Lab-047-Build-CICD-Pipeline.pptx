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047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CI/CD Pipeline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Scratch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lint, test, build, deploy, and smoke test into a single repeatable workflow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— Stephen Naylor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CI/CD Pipeline?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is just automated things you'd do manually, in the right order, failing fast if any step goes wrong.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22174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3088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48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2468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change is automatically linted, tested, and built. Broken code is caught before it reaches the main branch.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5820" y="31775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2689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108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Continuous Delivery/Deployment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00200" y="3429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code passes all checks, it's automatically packaged and deployed. No manual SSH, no fat-fingered commands.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" y="41376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291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69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Principle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00200" y="43891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lint fails, don't test. If tests fail, don't build. If build fails, don't deploy. Each step depends on the last.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18872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TICKET-CICD-047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joined a team where developers deploy by SSH-ing into a server and running Docker commands by hand. Someone broke production last Friday by typing the wrong tag name. Your tech lead wants a proper pipeline — no more manual deploys.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Given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Node.js API application with a Dockerfile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with lint and test scripts already configured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/health endpoint for post-deploy verification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at all — you're building from zero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package.json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Node.js project has a package.json — it's the identity card. It declares what the app is, what it depends on, and what commands are available.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(your pipeline calls these)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768096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Script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lint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eslint server.js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Checks code for style and syntax issues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test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jest --verbose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Runs unit tests against the API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start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node server.js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Starts the application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language has its equivalent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148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Dependency File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Node.js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package.json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Python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requirements.txt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Java (Maven)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pom.xml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go.mod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Pipeline Stages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463040" cy="20116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13944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4859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code style &amp; syntax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659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240280" y="1280160"/>
            <a:ext cx="1463040" cy="20116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28900" y="13944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4859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33172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unit tests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931920" y="1280160"/>
            <a:ext cx="1463040" cy="20116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20540" y="13944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859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3192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02336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Docker image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3492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623560" y="1280160"/>
            <a:ext cx="1463040" cy="20116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12180" y="13944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4859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71500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running container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0408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7315200" y="1280160"/>
            <a:ext cx="1463040" cy="20116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03820" y="13944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148590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066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health endpoint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9144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Pull Request: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914400" y="3886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Test → Build (validate the code, but don't deploy)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91440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Push to Main: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14400" y="4663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Test → Build → Deploy → Smoke Test (full pipeline)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— 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3030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394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34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554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.github/workflows/ci.yml — GitHub reads this directory automatically. Every .yml file becomes a pipeline.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" y="22631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3545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194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VM Every Time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runs on a brand new Ubuntu VM from GitHub's server pool. Starts empty, destroyed after the job. No leftover state from previous runs.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32232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3147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154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Is Required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3474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 starts with no code. actions/checkout@v4 clones your repo. It knows which repo because the pipeline was triggered by a push to that repo.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5820" y="418338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2748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14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Runners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0200" y="4434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on-prem or private networks, you install an agent on your own machine. Use runs-on: self-hosted instead of ubuntu-latest.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82880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2573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3487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vs npm install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lockfile, installs exact versions. Deterministic. Fast. Use in pipelines.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versions, may update lockfile. Use locally during development.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182880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9180" y="12573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3487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Linting?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linter reads your code and flags problems: unused variables, missing semicolons, patterns that lead to bugs.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lint → reads package.json scripts → runs eslint server.js → ESLint loads rules from .eslintrc.json → checks server.js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246120"/>
            <a:ext cx="7680960" cy="164592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331470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061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Tag with the Commit SHA?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3703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has a unique hash like a1b2c3d4. Tagging the Docker image with this hash means you always know exactly which commit is deployed.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14800"/>
          <a:ext cx="7315200" cy="73152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Tag Example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Traceability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</a:rPr>
                        <a:t>Commit SHA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api-service:a1b2c3d4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Exact commit — instant debugging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latest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api-service:latest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Could be any version — useless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Deploy Script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handles the container swap: stop old → start new → health check → rollback if unhealthy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68096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 -euo pipefail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-e exit on error, -u error on unset vars, -o pipefail fail on pipe errors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${1:?Usage: ...}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Take 1st argument as tag. If missing, print error and exit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stop || 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Stop old container. || true prevents set -e killing the script if nothing is running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-d -p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Start new container: detached, port mapped, tagged with commit SHA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Health check loop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Try /health 5 times. exit 0 on success terminates script — rollback never runs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Rollback section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Only reached if all 5 health checks fail. Stops broken container, exits with failure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Variable Patterns Worth Knowing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389120"/>
          <a:ext cx="5486400" cy="73152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${VAR:?error}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Required — if empty, print error and exit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${VAR:-default}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Optional — if empty, use this default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${VAR:+alt}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If VAR is set, use this alternative 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Extending for Production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3030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394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34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&amp; Image Scanning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code and Docker images for vulnerabilities before deploy (Snyk, Trivy)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" y="22631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3545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194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Promotion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deploy straight to prod: staging → integration tests → approval → production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32232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3147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154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3474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deployment from release. Ship code daily, enable features on your schedule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7680960" cy="8229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5820" y="418338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2748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14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Gates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0200" y="4434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human to approve before production deploy — safety net for critical changes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Talking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54380" y="11201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2115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"Walk me through your CI/CD pipeline"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737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gets pushed to a PR. Lint and tests run automatically — if either fails, the PR can't merge.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24028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merged to main, the pipeline builds a Docker image tagged with the commit SHA — never 'latest'.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 stage stops the old container and starts the new one.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4612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smoke test hits the /health endpoint. If it fails after five retries, the pipeline fails immediately.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74904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production, I'd add SAST scanning, image scanning, staging promotion, and manual approval.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5820" y="43845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4475988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63040" y="44348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"Deployment is shipping code. Release is enabling a feature. With feature flags you decouple the two."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vs Real 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7432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This Lab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Real Production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Single environment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Staging → Production (sometimes QA too)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 secrets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GitHub Secrets, HashiCorp Vault, AWS SSM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 image registry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ECR, Docker Hub, GitHub Container Registry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Deploy script runs locally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Deploy targets remote server or Kubernetes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 approval gates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Manual approval before production deploy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 notifications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Slack/PagerDuty alerts on failure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Stop/start rollback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Blue-green or canary deploys for zero downtime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047 Complete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complete CI/CD pipeline from scratch — lint, test, build, deploy, smoke test — with fail-fast chaining and conditional deployment.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— Stephen Naylor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047 — Build a CI/CD Pipeline from Scratch</dc:title>
  <dc:subject>PptxGenJS Presentation</dc:subject>
  <dc:creator>Stephen Naylor</dc:creator>
  <cp:lastModifiedBy>Stephen Naylor</cp:lastModifiedBy>
  <cp:revision>1</cp:revision>
  <dcterms:created xsi:type="dcterms:W3CDTF">2026-04-03T13:54:09Z</dcterms:created>
  <dcterms:modified xsi:type="dcterms:W3CDTF">2026-04-03T13:54:09Z</dcterms:modified>
</cp:coreProperties>
</file>