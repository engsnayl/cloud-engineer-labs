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 CI/CD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safe Infrastructure-as-Code pipeline with GitHub Actions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42085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069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 PR. Apply on merge. Never from a laptop.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Curriculum  •  CI/CD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code: what is this lab actually about?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2057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engineer ran Terraform on their laptop and broke production. The team built a pipeline so changes go through GitHub instead — but the pipeline they built has bugs, and right now it would still apply unreviewed changes the moment anyone opens a pull request.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" y="34815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508760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pipeline so that on a pull request it only does safe read-only checks (formatting, validation, and a preview of the changes). Only when code is merged into main does it actually apply those changes.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66344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48920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" y="503605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08760" y="5166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single broken YAML workflow file. Read it top-to-bottom. Spot what's missing, what runs at the wrong time, and what should fail fast. Five fixes — about 20 minutes once you understand what you're looking at.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have been told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INCIDENT-CICD-005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 ran terraform apply locally and broke production.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CI pipeline that enforces plan review before apply.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local applies.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DON'T have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565392" y="272491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bugs to fix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565392" y="322783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is broken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65392" y="373075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0" y="3611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steps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65392" y="423367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version to compare against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565392" y="473659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to ask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65392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cold. The first job is to find the file.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The Mental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happening when a workflow runs?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9728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1874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566160" y="18288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178" y="19728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VM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01752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Ubuntu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97680" y="1874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6309360" y="18288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78" y="19728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6072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76072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040880" y="1874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9052560" y="18288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578" y="197281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VM away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50392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slate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3246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reference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57200" y="36576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463040" y="36576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shown in the GitHub UI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45352" y="36576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251192" y="36576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triggers — push, pull_request, schedule, etc.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39867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463040" y="39867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work. Each job runs on its own fresh VM.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245352" y="39867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runs-on: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251192" y="39867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VM to use (ubuntu-latest is standard)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4315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463040" y="431596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ordered list of things to do inside a job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245352" y="4315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251192" y="431596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a pre-built reusable action from the marketplace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57200" y="46451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1463040" y="464515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shell command directly on the runner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245352" y="46451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251192" y="464515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that decides whether the step runs at all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Arrive at the Scene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file before you fix anything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yourself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4846320" cy="640080"/>
          </a:xfrm>
          <a:prstGeom prst="roundRect">
            <a:avLst>
              <a:gd name="adj" fmla="val 7143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cicd/lab-045-terraform-iac-pipeline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in the working directory and see what's there.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4846320" cy="640080"/>
          </a:xfrm>
          <a:prstGeom prst="roundRect">
            <a:avLst>
              <a:gd name="adj" fmla="val 7143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"*.yml" -path "*/workflows/*"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down the workflow file specifically.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754880"/>
            <a:ext cx="4846320" cy="640080"/>
          </a:xfrm>
          <a:prstGeom prst="roundRect">
            <a:avLst>
              <a:gd name="adj" fmla="val 7143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.github/workflows/terraform.yml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cover to cover. Don't look for bugs yet — understand it first.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96912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file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473952" y="2468880"/>
            <a:ext cx="5029200" cy="3794760"/>
          </a:xfrm>
          <a:prstGeom prst="roundRect">
            <a:avLst>
              <a:gd name="adj" fmla="val 1205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11112" y="256032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Terraform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terraform: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uses: actions/checkout@v4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uses: hashicorp/setup-terraform@v3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Terraform Apply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terraform apply -auto-approve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Where's the Setup?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red flag: terraform apply has nothing to apply with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pathway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2468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terraform apply actually need?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downloaded. Backend configured. Modules fetched.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runner have on it?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Ubuntu box. Terraform binary on PATH. Nothing else.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command sets all of that up?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init. It is missing entirely.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5212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5212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I confirm if I were unsure?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5486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apply on a fresh dir: "Initialization required" error.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96912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473952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Terraform Init step after setup-terraform and before everything else.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73952" y="2788920"/>
            <a:ext cx="5029200" cy="1188720"/>
          </a:xfrm>
          <a:prstGeom prst="roundRect">
            <a:avLst>
              <a:gd name="adj" fmla="val 3846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11112" y="2880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Terraform Init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terraform init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73952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init does (three jobs in one):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65392" y="464515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1228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 plugins (AWS, GCP, Azure)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65392" y="510235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1228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the backend (S3, GCS) for state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565392" y="555955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81228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down referenced modules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When Does Apply Run?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one: apply currently runs on PRs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in plain English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triggers on push AND pull_request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has no if: condition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291840"/>
            <a:ext cx="4846320" cy="1463040"/>
          </a:xfrm>
          <a:prstGeom prst="roundRect">
            <a:avLst>
              <a:gd name="adj" fmla="val 3125"/>
            </a:avLst>
          </a:prstGeom>
          <a:solidFill>
            <a:srgbClr val="3D151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429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anyone opens a pull request, Terraform applies their unreviewed changes to production.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exact problem the ticket asks you to fix.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plan on PR, apply on merge.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96912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apply with a condition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473952" y="2331720"/>
            <a:ext cx="5029200" cy="1188720"/>
          </a:xfrm>
          <a:prstGeom prst="roundRect">
            <a:avLst>
              <a:gd name="adj" fmla="val 3846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11112" y="2423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Terraform Apply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github.event_name == 'push' &amp;&amp;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github.ref == 'refs/heads/main'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terraform apply -auto-approve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73952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73952" y="4023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028432" y="40233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step only if the expression is true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73952" y="4389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github.event_name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028432" y="43891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which event triggered the workflow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473952" y="4754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028432" y="4754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— both sides must be true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73952" y="5120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github.ref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028432" y="5120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the Git ref the workflow is running on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473952" y="5486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refs/heads/main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8028432" y="54864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 for the main branch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Where's the Plan?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is now safe. PRs are still useless until reviewers can see what changes.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 PR run?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says enforce plan review.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the reviewer must see what changes when they read the PR — before they approve it.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400507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3886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triggers the workflow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4297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step is now correctly skipped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482803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709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step exists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523951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51206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PRs do nothing useful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96912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plan step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473952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between init and apply. Runs on every trigger — that's correct.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73952" y="278892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11112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Terraform Plan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terraform plan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73952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PR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73952" y="4251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output appears in the workflow log. Reviewer reads it before approving the merge.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73952" y="5074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merge to main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73952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runs again immediately before apply — gives a final log record of exactly what is about to be applied.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Fail Fast on Cheap Checks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 and validate catch problems before you pay for init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makes network calls — downloads providers, talks to S3, pulls modules. It's not free.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code has a typo, you've burned 30 seconds of init for nothing. Catch it first.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160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4160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 -check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97480" y="41605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 needed — operates on source files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45262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" y="45262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97480" y="45262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download providers etc.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48920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4892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697480" y="4892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init — checks against providers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52578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43000" y="52578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697480" y="5257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diff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6235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3000" y="56235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697480" y="56235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by if: condition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96912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commands, broken down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473952" y="233172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11112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 -check -recursive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473952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7680960" y="2926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formatter (would rewrite files in place)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73952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-check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7680960" y="32461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rewrite — just check, exit non-zero if dirty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473952" y="3566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-recursive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680960" y="3566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 into subdirectories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473952" y="402336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611112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473952" y="4617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resource types exist, attributes spelled correctly, references resolve.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473952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after init — needs providers loaded.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Fixed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fixes, one 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858000" cy="4846320"/>
          </a:xfrm>
          <a:prstGeom prst="roundRect">
            <a:avLst>
              <a:gd name="adj" fmla="val 943"/>
            </a:avLst>
          </a:prstGeom>
          <a:solidFill>
            <a:srgbClr val="0A1220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Terraform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terraform: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uses: actions/checkout@v4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uses: hashicorp/setup-terraform@v3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Terraform Format Check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terraform fmt -check -recursive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Terraform Init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terraform init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Terraform Validate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terraform validate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Terraform Plan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terraform plan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Terraform Apply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if: github.event_name == 'push' &amp;&amp; github.ref == 'refs/heads/main'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terraform apply -auto-approve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554480"/>
            <a:ext cx="4233672" cy="2331720"/>
          </a:xfrm>
          <a:prstGeom prst="roundRect">
            <a:avLst>
              <a:gd name="adj" fmla="val 313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4117" y="180479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233172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 → setup → fmt-check → init → validate → plan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80960" y="292608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skipped — trigger is pull_request, not push. Reviewer reads the plan in the workflow log.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4023360"/>
            <a:ext cx="4233672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4160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117" y="427367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75320" y="4133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merge to main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680960" y="48006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of the above → apply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680960" y="521208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is push and ref is refs/heads/main — both conditions true. Apply runs against the just-printed plan.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 Should Know About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fixed in this lab — but you'll be asked about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applies corrupt the state file. With S3 backend, locking uses DynamoDB. Configured in the Terraform code's backend block — not the workflow. The workflow's job: never use -lock=false.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5544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270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 posting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5146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output in the workflow log works but is clunky. Better UX: post the plan as a PR comment using actions/github-script. Fiddly to do well — left out to keep this lab focused.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0690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" y="44416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51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plan files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31520" y="5029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you run plan -out=tfplan then apply tfplan. Ensures what was reviewed is what gets applied — between plan and apply, the world could have changed (someone tweaks a resource in the AWS console).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40690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2976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444169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6912" y="4251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gates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19672" y="5029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plan and apply into separate jobs with a required approval between them. The apply job waits for a human to click "approve" in the GitHub UI before it runs.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ways this goes wrong in real teams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19072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863090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terraform init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Cryptic provider errors on the first real Terraform command. The most common Terraform-in-CI mistake.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633472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277749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06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apply on PRs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untested, unreviewed changes. The if: condition on push + main is what prevents this.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547872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3691890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init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886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needs the provider plugins that init downloads. Fails with "Missing required provider".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34340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4462272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" y="4606290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-lock=false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the only thing protecting you from corrupted state. Investigate stuck locks instead.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25780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5376672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5520690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formatting check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6304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drift accumulates fast. Once a codebase is misformatted, getting it back is a painful PR.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these forward to every future Terraform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531" y="19625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must come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every Terraform command fails. No exceptions.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65676" y="16002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4276" y="182880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007" y="19625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5796" y="18013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 PR, apply on merge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94276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is for review. Merge to main is the signal that review is done.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74152" y="16002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82880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483" y="19625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4272" y="18013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gates are everything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github.event_name == 'push' &amp;&amp; github.ref == 'refs/heads/main' is the canonical apply gate.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38328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36118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31" y="374561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584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on cheap checks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 before init. Catch typos before paying for network calls.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65676" y="338328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4276" y="36118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007" y="374561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5796" y="3584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 then init then validate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94276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matters. fmt is source-only, validate needs providers.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74152" y="338328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36118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483" y="374561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34272" y="3584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 is sacred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concern, not workflow. Never -lock=false to "fix" lock errors.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045 complete — IaC pipelines: never apply from a laptop again.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045 — Terraform in CI/CD</dc:title>
  <dc:subject>PptxGenJS Presentation</dc:subject>
  <dc:creator>PptxGenJS</dc:creator>
  <cp:lastModifiedBy>PptxGenJS</cp:lastModifiedBy>
  <cp:revision>1</cp:revision>
  <dcterms:created xsi:type="dcterms:W3CDTF">2026-04-27T06:38:55Z</dcterms:created>
  <dcterms:modified xsi:type="dcterms:W3CDTF">2026-04-27T06:38:55Z</dcterms:modified>
</cp:coreProperties>
</file>