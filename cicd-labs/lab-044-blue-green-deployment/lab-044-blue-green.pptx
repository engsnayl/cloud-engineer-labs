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Deployment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switching, the diagnostic discipline behind it,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really happens when scripts meet bind mounts.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45720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literacy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45720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debugging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·  CI/CD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downtime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 costs your users 10–30 seconds of errors.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running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578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goes dark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2331720"/>
            <a:ext cx="1554480" cy="320040"/>
          </a:xfrm>
          <a:prstGeom prst="roundRect">
            <a:avLst>
              <a:gd name="adj" fmla="val 42857"/>
            </a:avLst>
          </a:prstGeom>
          <a:solidFill>
            <a:srgbClr val="3F1A1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new image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3264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down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3017520"/>
            <a:ext cx="1554480" cy="320040"/>
          </a:xfrm>
          <a:prstGeom prst="roundRect">
            <a:avLst>
              <a:gd name="adj" fmla="val 42857"/>
            </a:avLst>
          </a:prstGeom>
          <a:solidFill>
            <a:srgbClr val="3F1A1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new container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950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down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3703320"/>
            <a:ext cx="1554480" cy="320040"/>
          </a:xfrm>
          <a:prstGeom prst="roundRect">
            <a:avLst>
              <a:gd name="adj" fmla="val 42857"/>
            </a:avLst>
          </a:prstGeom>
          <a:solidFill>
            <a:srgbClr val="3F1A1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343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startup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636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down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4389120"/>
            <a:ext cx="1554480" cy="320040"/>
          </a:xfrm>
          <a:prstGeom prst="roundRect">
            <a:avLst>
              <a:gd name="adj" fmla="val 42857"/>
            </a:avLst>
          </a:prstGeom>
          <a:solidFill>
            <a:srgbClr val="3F1A1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4389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5029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5029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finally responds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5321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again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0" y="5074920"/>
            <a:ext cx="1554480" cy="320040"/>
          </a:xfrm>
          <a:prstGeom prst="roundRect">
            <a:avLst>
              <a:gd name="adj" fmla="val 42857"/>
            </a:avLst>
          </a:prstGeom>
          <a:solidFill>
            <a:srgbClr val="0F2F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5074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17830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4" y="1883664"/>
            <a:ext cx="301752" cy="30175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17804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costs you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492240" y="2606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sec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6492240" y="2990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dropped requests every deploy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492240" y="3474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pages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6492240" y="3858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users mid-action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492240" y="4343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transactions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6492240" y="47274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carts, broken sessions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492240" y="5212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fear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6492240" y="55961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ship less often, accumulate risk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two environments, a router, a flip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versions run side by side. Traffic moves with a switch, not a stop-start.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1463040" cy="1463040"/>
          </a:xfrm>
          <a:prstGeom prst="ellipse">
            <a:avLst/>
          </a:prstGeom>
          <a:solidFill>
            <a:srgbClr val="1A2744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3840480"/>
            <a:ext cx="128016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57600" y="274320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381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29260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0175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router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94760" y="35204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traffic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0760" y="3383280"/>
            <a:ext cx="1828800" cy="-109728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612648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80760" y="4297680"/>
            <a:ext cx="1828800" cy="109728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6126480" y="5074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955280" y="16459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16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 (v1)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138160" y="2194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serving live traffic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38160" y="2606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8001 (direct)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955280" y="44348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38160" y="4572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 (v2)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38160" y="4983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version, ready and waiting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138160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8002 (direct)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deploy: switch the router. To roll back: switch it again.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six-step recipe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this structure. The script is just plumbing around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25880" y="17830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186537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current state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22402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nginx.conf — which environment is live right now?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178040" y="17830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186537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2668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the target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178040" y="22402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switching, prove the other environment actually works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10896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3246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1325880" y="33375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3419856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7452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router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325880" y="3794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nginx.conf to point at the target environment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309360" y="310896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92240" y="3246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7178040" y="33375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3419856"/>
            <a:ext cx="246888" cy="2468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2668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nginx (graceful)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178040" y="3794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nginx to re-read the config. Old workers drain, new ones take over.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466344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0080" y="4800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1325880" y="489204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176" y="4974336"/>
            <a:ext cx="246888" cy="2468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874520" y="4846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switch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325880" y="53492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traffic is now hitting the target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309360" y="466344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492240" y="4800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Shape 29"/>
          <p:cNvSpPr/>
          <p:nvPr/>
        </p:nvSpPr>
        <p:spPr>
          <a:xfrm>
            <a:off x="7178040" y="489204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0336" y="4974336"/>
            <a:ext cx="246888" cy="2468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726680" y="4846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if anything is wrong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7178040" y="53492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script again — it toggles back to where you came from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memorise the script —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internalise the pattern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solidFill>
            <a:srgbClr val="3F1A1A"/>
          </a:solidFill>
          <a:ln w="12700">
            <a:solidFill>
              <a:srgbClr val="3F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476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thinking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bash syntax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8986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remember if/fi, sed flags, curl options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474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without reference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7673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exit code variable again?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4343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from solutions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6360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understanding why each line is there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5212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when something breaks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5504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reason from symptom to cause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solidFill>
            <a:srgbClr val="0F2F2A"/>
          </a:solidFill>
          <a:ln w="12700">
            <a:solidFill>
              <a:srgbClr val="0F2F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9476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thinking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228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pattern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8986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envs + router + health-gate flip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12280" y="3474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toolbelt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37673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finds strings, sed transforms, curl tests endpoints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12280" y="4343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references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46360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is part of the job, not a weakness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12280" y="5212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from symptoms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5504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errors, form hypotheses, test, iterate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is a gate, not a verification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point of blue/green is that you never switch traffic to a broken environment.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1A2744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nginx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265176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233172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1A2744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331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265176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26480" y="233172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3F1A1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331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it works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58200" y="265176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823960" y="233172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2331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if broken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order — the gate goes BEFORE the switch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3434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43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06040" y="4736592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880360" y="43434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F2F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4343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4736592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29200" y="43434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343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nginx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4736592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78040" y="43434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4343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4736592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26880" y="43434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F2F2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0" y="43434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safely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794760" y="5120640"/>
            <a:ext cx="0" cy="4572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5623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Abort, no switch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gate fails, no traffic moves. Users continue to be served by the healthy current environment.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current state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914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system. Don't trust user input.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922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4963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4231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make the user pass `blue` or `green` as an argument, they can mistype it at 2am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34107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3375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can read nginx.conf and infer the current state — which is always correct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43251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42519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Idempotent: running the script always means "switch to the other one"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52395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51663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accidentally switch TO the environment you're already 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0A1422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792224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3232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00800" y="2468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grep -q "app-blue" nginx.conf; then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CURRENT="blue";  TARGET="green"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CURRENT="green"; TARGET="blue"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the target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914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way to cause an outage is to switch traffic to a broken environment.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922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4963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4231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with -f makes HTTP errors return non-zero exit code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34107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3375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with retries — new containers may still be starting up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43251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42519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retries fail, abort the switch with exit 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52395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51663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keep being served by the healthy current environment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0A1422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792224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3232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00800" y="2468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$(seq 1 10); 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curl -sf "http://localhost:$TARGET_PORT/" &gt; /dev/null; then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HEALTHY=true; break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sleep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"$HEALTHY" = "true" ] || exit 1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router (edit nginx.conf)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914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`app-blue` with `app-green` in the upstream block.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922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4963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4231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sed for the substitution — but NOT sed -i (more on this later)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34107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3375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file, transform with sed, write back via redirect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43251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42519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`&gt;` redirect preserves the file's inode — critical for bind mounts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52395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51663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covered in the diagnostic-chain section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0A1422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792224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3232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00800" y="2468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NEW_CONFIG=$(sed "s/app-$CURRENT/app-$TARGET/g" nginx.conf)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"$NEW_CONFIG" &gt; nginx.conf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nginx (in the container, gracefully)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914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Reload, don't restart. Old workers finish their requests; new workers take over.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922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4963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4231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-s reload sends a signal to the master process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34107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3375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starts new workers with the new config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43251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42519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workers drain their in-flight requests, then exit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52395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51663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dropped connections — that's the whole point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0A1422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792224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3232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00800" y="2468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router nginx -s reload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switch worked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914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nothing. Confirm with curl.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922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4963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4231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the router on port 8080 — should now match the target's response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34107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3375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2–3 seconds first — graceful reload has an overlap window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43251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42519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hits to 8001 and 8002 still work — they're the backends, not the router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52395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51663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nginx.conf to double-check the file was updated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0A1422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792224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3232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00800" y="2468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http://localhost:8080/   # should return TARGET 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nginx.conf                # should show new upstream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router cat /etc/nginx/conf.d/default.conf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is just running the script again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914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script reads current state and toggles, running it twice flips you back.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922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4963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4231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rollback script needed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34107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3375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environment is still running — rollback takes seconds, not minutes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43251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42519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rollback path during normal deploys, not during incidents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52395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51663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old environment warm for at least 30 minutes after a switch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0A1422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792224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3232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00800" y="2468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./switch.sh   # blue → green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./switch.sh   # green → blue (rollback)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./switch.sh   # blue → green again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script: what does &gt; /dev/null mean?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Unix streams every command has — and where redirects send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command reads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15544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276088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76088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44568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results — what curl prints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66176" y="15544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180576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stderr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80576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49056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messages, warnings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1247120" cy="2651760"/>
          </a:xfrm>
          <a:prstGeom prst="roundRect">
            <a:avLst>
              <a:gd name="adj" fmla="val 2759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794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switch script: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curl -sf "http://localhost:$TARGET_PORT/" &gt; /dev/null; then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/dev/null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074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"send stdout (the response body) to the bin". The HTML page curl downloaded is discarded — we don't want it cluttering our terminal.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/dev/null is a special file: anything written to it is silently discarded. The black hole of Linux.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codes: 0 = success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Unix contract every command obeys, since 1971.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754880"/>
          </a:xfrm>
          <a:prstGeom prst="roundRect">
            <a:avLst>
              <a:gd name="adj" fmla="val 2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SUCCESS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 — usually 0 means "false" elsewhere, but for exit codes 0 is good.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691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0 and not 1?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2103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only ONE way to succeed, but MANY ways to fail. So 0 is reserved for success, and non-zero values can encode different failure modes: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283464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0F1B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834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error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324612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0F1B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3246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3246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 / file not found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365760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0F1B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657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3657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found but not executable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406908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0F1B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069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4069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not found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448056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0F1B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480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4480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by Ctrl+C (SIGINT)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26280" y="5029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yourself: $? holds the exit code of the most recent command.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539496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/nonexistent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$?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&lt;command&gt;; then — branches on exit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 statement looks at the exit code, not the output.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are equivalent: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curl -sf "$URL" &gt; /dev/null; then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20574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-sf "$URL" &gt; /dev/null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 $? -eq 0 ]; then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1247120" cy="3108960"/>
          </a:xfrm>
          <a:prstGeom prst="roundRect">
            <a:avLst>
              <a:gd name="adj" fmla="val 235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37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bash decides which branch to run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2606040" cy="2240280"/>
          </a:xfrm>
          <a:prstGeom prst="roundRect">
            <a:avLst>
              <a:gd name="adj" fmla="val 4082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27632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2763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command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tries to fetch the URL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3886200"/>
            <a:ext cx="2606040" cy="2240280"/>
          </a:xfrm>
          <a:prstGeom prst="roundRect">
            <a:avLst>
              <a:gd name="adj" fmla="val 4082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655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46177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exit 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5303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if 2xx response, non-zero if error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3886200"/>
            <a:ext cx="2606040" cy="2240280"/>
          </a:xfrm>
          <a:prstGeom prst="roundRect">
            <a:avLst>
              <a:gd name="adj" fmla="val 4082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05472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0547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46177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goes to /dev/null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5303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discarded — irrelevant to the if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15400" y="3886200"/>
            <a:ext cx="2606040" cy="2240280"/>
          </a:xfrm>
          <a:prstGeom prst="roundRect">
            <a:avLst>
              <a:gd name="adj" fmla="val 4082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94392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9439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06840" y="46177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on exit code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52560" y="5303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then block. Non-zero → else (or skip).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is just a closing bracket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uses reversed words to close blocks — fi is if backwards.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delimiters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03120" y="260604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97480" y="228600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286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06240" y="2423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74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03120" y="37947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97480" y="347472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3474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esac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06240" y="3611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66344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634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103120" y="498348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697480" y="466344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46634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06240" y="4800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body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structure (with else / elif)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 "$ENV" = "prod" ]; then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"Production"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[ "$ENV" = "staging" ]; then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"Staging"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"Other"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46520" y="4663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53492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and elif are optional. fi is mandatory — something must close the block.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Reload, not restart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nginx flips traffic without dropping a single connection.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F1B2D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69164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receives reload signal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205740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workers running with old config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01752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F1B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t=0+ε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28803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starts NEW workers with new config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324612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old AND new workers running simultaneously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2062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F1B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06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t=1-3s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40690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workers stop accepting new connections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443484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connections → new workers. In-flight requests on old workers continue.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39496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F1B2D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94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t=2-5s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94560" y="52578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workers finish their last requests, exit cleanly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94560" y="562356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workers remain. Switch is complete.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every request gets a complete response. No 502s, no resets. Invisible to users.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docker compose exec router nginx -s reload?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nginx process lives inside the container. The host has no nginx to reload.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solidFill>
            <a:srgbClr val="3F1A1A"/>
          </a:solidFill>
          <a:ln w="12700">
            <a:solidFill>
              <a:srgbClr val="3F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7335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nginx -s reload (on host)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to reload an nginx process on the host.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none exists, or it's a different nginx serving something else entirely.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4937760" cy="2286000"/>
          </a:xfrm>
          <a:prstGeom prst="roundRect">
            <a:avLst>
              <a:gd name="adj" fmla="val 3200"/>
            </a:avLst>
          </a:prstGeom>
          <a:solidFill>
            <a:srgbClr val="0F1B2D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nginx running)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Command fails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45920"/>
            <a:ext cx="5486400" cy="457200"/>
          </a:xfrm>
          <a:prstGeom prst="rect">
            <a:avLst/>
          </a:prstGeom>
          <a:solidFill>
            <a:srgbClr val="0F2F2A"/>
          </a:solidFill>
          <a:ln w="12700">
            <a:solidFill>
              <a:srgbClr val="0F2F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7335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docker compose exec router ...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command INSIDE the router container.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788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where the relevant nginx process actually lives.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657600"/>
            <a:ext cx="4937760" cy="2286000"/>
          </a:xfrm>
          <a:prstGeom prst="roundRect">
            <a:avLst>
              <a:gd name="adj" fmla="val 3200"/>
            </a:avLst>
          </a:prstGeom>
          <a:solidFill>
            <a:srgbClr val="0F1B2D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420624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container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4709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(master + workers)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5166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Reload succeeds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engineering: the diagnostic chain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this lab up surfaced six real-world Docker/Linux problems. None were trivial.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29000" y="18745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9584" y="197510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collisions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nginx + K3s Traefik both wanted port 80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1688" y="16916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4568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33488" y="18745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197510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4568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 interception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44568" y="27889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hijacked before reaching docker-proxy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66176" y="16916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449056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11237976" y="18745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97510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49056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/ IPv4 mismatch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49056" y="27889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localhost preferred ::1, nginx bound IPv4 only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402336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008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3429000" y="4206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430682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0080" y="4663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startup race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40080" y="51206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nginx tried to resolve before app DNS was registered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61688" y="402336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544568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7333488" y="4206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4306824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44568" y="4663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Bind-mount inode swap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544568" y="51206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 -i swapped the inode; container kept reading old file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66176" y="402336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449056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11237976" y="4206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8560" y="4306824"/>
            <a:ext cx="301752" cy="30175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449056" y="4663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overlap window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449056" y="51206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immediately after reload caught draining old workers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system fights you. You read the errors. You form hypotheses. You test them."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appears free — but traffic is still intercepted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shows socket binds. NAT rules can intercept traffic without ever touching a socket.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922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ss -tlnp shows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ss -tlnp | grep ':80'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834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(empty result)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looks unbound. So binding to it should be fine, right?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4114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Wrong. Traffic to port 80 is being intercepted at a lower layer.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9377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only shows things that bind a socket. iptables NAT rewrites packets before they reach any socket.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79222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smoking gun: iptables NAT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400800" y="2423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iptables -t nat -L -n -v | grep 'dpt:80'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0" y="28803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2971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DNAT  tcp  127.0.0.1   ANY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92240" y="3291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tcp dpt:80 to:10.42.0.120:80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92240" y="37033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K3s installed this rule.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Redirects port 80 to a Traefik pod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inside the cluster network.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400800" y="49377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a different port (8080) — or stop the kubernetes service.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is not 127.0.0.1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dual-stack container, localhost can prefer IPv6 — and miss your IPv4-only service entirely.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219456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is bound on port 8080 (verified with netstat inside the container).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docker exec ... wget http://localhost:8080/ → connection refused.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69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"localhost" → resolver → ::1 (IPv6)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→ 127.0.0.1 (IPv4)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3492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resolvers prefer IPv6. nginx was bound IPv4-only. wget hit ::1, found nothing, refused.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4069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44348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 ["CMD", "wget", "-q", "--spider",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"http://127.0.0.1:8080/"]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57607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127.0.0.1 explicitly. Bypasses the resolver entirely.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mounts pin to inodes — the sed -i trap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name, sed -i does NOT edit in place. It swaps the inode.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sed -i actually does (under the hood)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original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28600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0F1B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modified to TEMP 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0F1B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original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228600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0F1B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temp → original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for bind mounts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bind mounts pin to the INODE, not the path.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61772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sed -i: host has new file at the same path with a new inode. Container is still mounted to the old (now-orphaned) inode with the old contents.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61188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truncate-and-rewrite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41605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NEW=$(sed "s/old/new/" file)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"$NEW" &gt; file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50749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&gt; redirect opens existing file with O_TRUNC — empties the contents but keeps the same inode. Bind mount stays valid.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reload has an overlap window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curl immediately after a switch, you might catch a draining old worker.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922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./switch.sh    # reports success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697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http://localhost:8080/    # returns the OLD response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017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 it broken? No. Look closer.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61188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41605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reload runs old AND new workers simultaneously for a few seconds. New connections → new workers; existing keepalive connections drain on old workers.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5669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immediate curl reused a connection — got served by an old worker.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361188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testing discipline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3 &amp;&amp; curl http://localhost:8080/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force a fresh connection: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4937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--no-keepalive http://...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0" y="54406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graceful reload working AS DESIGNED. Don't conclude there's a bug from a single immediate-post-reload curl.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patterns: same pattern, different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moves up the stack. The blue/green principle stays the same.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928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target groups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4688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Register/deregister instances. ALB drains connections gracefully.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108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cloud blue/green pattern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8928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weighted DNS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37960" y="24688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% of traffic over time (canary), or flip 100% (blue/green)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37960" y="3108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ALB isn't an option, or for cross-region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8862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41148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22452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(Istio, Linkerd)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85800" y="48006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service rules shift traffic at the request level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85800" y="54406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already run Kubernetes with a mesh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309360" y="38862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37960" y="41148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22452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2376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service selectors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537960" y="48006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label selector to point at the other deployment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537960" y="54406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Kubernetes-native blue/green; simple and effective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environments + a router + a health gate. The router is just whatever decides where requests go.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lab doesn't capture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blue/green has problems beyond "flip the router."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9293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057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green needs a schema change blue can't read, you can't roll back. Make all migrations backward-compatible (additive only) for at least one release cycle.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7432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1181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880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sessions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7160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user sessions live in app-server memory, switching loses them mid-flow. Move sessions to Redis or similar so they survive the switch.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9319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3068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cache / warm-up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4434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containers have empty caches and un-JIT'd code. Some teams send 5% traffic to green for a few minutes before flipping fully — a canary warm-up.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51206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549554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5257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371600" y="5623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blue/green doubles infrastructure cost during deploys. Some teams only spin up green during the deploy and tear it down after.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these as awareness in interviews — "I know the lab pattern, here's what production layers on top."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BLUE-GREEN DEPLOYMENT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carry forward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6654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67128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11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Internalise the pattern, not the syntax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2377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steps: read state, health-check, switch, reload, verify, rollback. Bash is reference material.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278892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293522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035808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880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health-check is a gate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691640" y="3246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switch to a broken environment. The cheapest outage prevention is checking before you flip.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" y="365760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380390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904488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3749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Reload, not restart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91640" y="4114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-s reload drains old workers gracefully. Restart drops connections.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2960" y="452628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60120" y="467258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773168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4617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errors carefully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691640" y="4983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"Address already in use" → ss → systemctl → curl → kubectl. Six issues, six diagnostic chains, all from reading symptoms.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822960" y="539496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60120" y="554126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5641848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91640" y="5486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layer-specific traps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691640" y="5852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vs iptables. localhost vs 127.0.0.1. Path vs inode. Reload vs overlap. Each is a learnable pattern.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044  ·  CLOUD ENGINEER LABS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044 — Blue-Green Deployment</dc:title>
  <dc:subject>PptxGenJS Presentation</dc:subject>
  <dc:creator>PptxGenJS</dc:creator>
  <cp:lastModifiedBy>PptxGenJS</cp:lastModifiedBy>
  <cp:revision>1</cp:revision>
  <dcterms:created xsi:type="dcterms:W3CDTF">2026-04-29T07:04:38Z</dcterms:created>
  <dcterms:modified xsi:type="dcterms:W3CDTF">2026-04-29T07:04:38Z</dcterms:modified>
</cp:coreProperties>
</file>