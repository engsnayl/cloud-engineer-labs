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043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Deploy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Strategy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·  Deployments  ·  Health Checks  ·  Bash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276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INCIDENT-CICD-003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code deployed to production. No rollback mechanism. Manual revert took 45 minutes. Need to implement rollback strategy.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0507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4617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22960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version went live unnoticed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97680" y="36576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0" y="39319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40507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4617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downtime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572000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recovery — no automation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46720" y="36576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21040" y="39319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405079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4617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trail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321040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"latest" tells you nothing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walked into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 — six lines of logic. Read each one and ask: what if it goes wrong?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0A1426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Production deployment script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"Deploying version: latest"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app 2&gt;/dev/null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app 2&gt;/dev/null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myapp:latest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app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8080:8080 myapp:latest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"Deployed!"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64592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7647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6948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69480" y="19659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returns "success" the moment the container starts. Says nothing about whether the app is actually working.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28803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30632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318211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rollback path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69480" y="33832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container is destroyed before we know if the new one works. Nothing recorded — no way back.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83680" y="44805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459943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69480" y="4434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trail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269480" y="48006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"latest" is not a version. Cannot deploy or roll back to anything specific.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engineer arrives at the fix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bug-hint comments. No briefing. Read what's there, work out what's missing.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1031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script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9319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lines. Each one — what if it fails?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82880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1031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01752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failure modes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9319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container destroyed before new one verified. No saved state. Tag is "latest".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82880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21031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34924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new 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39319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current → deploy → health-check → rollback on failure.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82880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1031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68096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piece by piece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0" y="39319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arg, capture, deploy, retry loop, conditional rollback.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75520" y="182880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61320" y="21031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001268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failure path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12680" y="39319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"good deploy" test isn't enough. Force a failure. Watch rollback fire.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container — two different things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Conflating these silently breaks rollback. docker inspect myapp would never find the running app.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myapp:v1.0.0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blueprint. Read-only. Created by docker build, fetched by docker pull. Has a name and a tag.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deploy.sh as: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46177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IMAGE_NAME="myapp"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... "$IMAGE_NAME:$VERSION"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9202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03911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355080" y="2697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355080" y="3200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image. Has its own name set with --name. Multiple containers can come from one image.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35508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deploy.sh as: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55080" y="46177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CONTAINER_NAME="app"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"$CONTAINER_NAME"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deploy.sh — five building blocks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has one job. Order matters — capture before stop, verify before declaring success.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5564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745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Take a version arg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parameter. Refuse to run without 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691640"/>
            <a:ext cx="6903720" cy="685800"/>
          </a:xfrm>
          <a:prstGeom prst="roundRect">
            <a:avLst>
              <a:gd name="adj" fmla="val 6667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173736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VERSION=${1:?Usage: ./deploy.sh &lt;version&gt;}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58775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90779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679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Capture current version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17320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stopping. This is our rollback target.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17720" y="2724912"/>
            <a:ext cx="6903720" cy="685800"/>
          </a:xfrm>
          <a:prstGeom prst="roundRect">
            <a:avLst>
              <a:gd name="adj" fmla="val 6667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09160" y="277063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PREVIOUS=$(docker inspect --format='{{.Config.Image}}' "$CONTAINER_NAME" 2&gt;/dev/null || echo "none")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62102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941064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712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Stop old, start new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417320" y="41239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true lets us continue past a failed pull so rollback can fire.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17720" y="3758184"/>
            <a:ext cx="6903720" cy="685800"/>
          </a:xfrm>
          <a:prstGeom prst="roundRect">
            <a:avLst>
              <a:gd name="adj" fmla="val 6667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09160" y="3803904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"$CONTAINER_NAME" ... || true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65429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4855464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97433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7457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Health check loop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417320" y="51572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need startup time. One check is not enough.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617720" y="4791456"/>
            <a:ext cx="6903720" cy="685800"/>
          </a:xfrm>
          <a:prstGeom prst="roundRect">
            <a:avLst>
              <a:gd name="adj" fmla="val 6667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709160" y="4837176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$(seq 1 $MAX_RETRIES); do curl -sf "$HEALTH_URL" &amp;&amp; break; sleep 3; done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568756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31520" y="5888736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6007608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417320" y="5779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Rollback on failure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1417320" y="61904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previous, signal failure with exit 1.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617720" y="5824728"/>
            <a:ext cx="6903720" cy="685800"/>
          </a:xfrm>
          <a:prstGeom prst="roundRect">
            <a:avLst>
              <a:gd name="adj" fmla="val 6667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709160" y="587044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"$HEALTHY" != true ]; then docker run ... "$PREVIOUS"; exit 1; fi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— set -e vs your rollback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bug we hit during the live run. The kind that hides for months and surfaces during an incident.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933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|| true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2560320"/>
            <a:ext cx="5029200" cy="594360"/>
          </a:xfrm>
          <a:prstGeom prst="roundRect">
            <a:avLst>
              <a:gd name="adj" fmla="val 7692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606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... "$IMAGE:$VERSION"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image is missing: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run fails (image not found)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-e kills the script immediately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 check loop never runs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Rollback block is unreachable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Container vanished, no replacement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1874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93392"/>
            <a:ext cx="265176" cy="2651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|| true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355080" y="2560320"/>
            <a:ext cx="5029200" cy="594360"/>
          </a:xfrm>
          <a:prstGeom prst="roundRect">
            <a:avLst>
              <a:gd name="adj" fmla="val 7692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46520" y="2606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... "$IMAGE:$VERSION" || true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5508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failure, different outcome: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35508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run fails — set -e tolerates it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35508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Script continues to health check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35508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 check fails all 10 attempts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5508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Rollback fires — restores previous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355080" y="5394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Exit 1 signals failure cleanly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generalised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05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0876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-e is a defensive default. Where you intend to handle failure yourself — rollback, retry, fallback — you must explicitly tolerate that failure. Otherwise your error-handling code is unreachable.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 true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 failure, continue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438912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4805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... || true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31089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if-block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26280" y="3886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on success/failure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26280" y="438912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44805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docker run ...;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success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handle failure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31089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+e / set -e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75320" y="3886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temporarily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75320" y="438912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44805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+e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rc=$?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anatomy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idioms that do most of the work in this script.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19072"/>
            <a:ext cx="5943600" cy="777240"/>
          </a:xfrm>
          <a:prstGeom prst="roundRect">
            <a:avLst>
              <a:gd name="adj" fmla="val 5882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1907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${1:?Usage: ./deploy.sh &lt;version&gt;}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argument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$1. If empty or missing, exit with this error message. The :? makes it required, no silent defaults.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07792"/>
            <a:ext cx="5943600" cy="777240"/>
          </a:xfrm>
          <a:prstGeom prst="roundRect">
            <a:avLst>
              <a:gd name="adj" fmla="val 5882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0779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--format='{{.Config.Image}}' "$CONTAINER_NAME"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state from Docker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32461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script-local memory. Ask the running container what image it came from. Docker is the source of truth.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96512"/>
            <a:ext cx="5943600" cy="777240"/>
          </a:xfrm>
          <a:prstGeom prst="roundRect">
            <a:avLst>
              <a:gd name="adj" fmla="val 5882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9651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-sf "$HEALTH_URL" &gt; /dev/null 2&gt;&amp;1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health check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4434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 suppresses progress, -f makes curl fail on HTTP errors. Together: hit the URL quietly, succeed only on 2xx.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285232"/>
            <a:ext cx="5943600" cy="777240"/>
          </a:xfrm>
          <a:prstGeom prst="roundRect">
            <a:avLst>
              <a:gd name="adj" fmla="val 5882"/>
            </a:avLst>
          </a:prstGeom>
          <a:solidFill>
            <a:srgbClr val="0A1426"/>
          </a:solidFill>
          <a:ln w="12700">
            <a:solidFill>
              <a:srgbClr val="0A14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8523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$(seq 1 $MAX_RETRIES); do ... sleep 3; done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56235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1 10 produces 1..10. Sleep between attempts. Apps need startup time — a single check is unreliable.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production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 you just implemented are the foundation. Production stacks abstract them away.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391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old → start new on one host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0391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Blue-green: run both, switch traffic only after health passes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249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inspect to capture previous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7249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kubectl rollout undo. Deploy history in etcd.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107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in a 10x retry loop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33756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4107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readiness probes + circuit breakers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965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rollback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2336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0965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Canary: 5% traffic to new, gradual ramp, instant cut on errors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7823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exit code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470916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7823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tracker (Datadog, PagerDuty) wired to alerts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681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 = release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539496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54681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decouple deployment from release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54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 isn't done when docker run returns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19659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done when the app actually responds. Health-check, with retries.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6517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77063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560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state before you change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08760" y="29718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inspect runs first. Once the container is gone, rollback is impossible.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657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764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5661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is not a version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08760" y="3977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explicit tags. Take version as an argument. Never hardcode.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7823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5720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-e and your error handler can fight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508760" y="4983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intend to handle failure, opt out of set -e for that command (|| true).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9525">
            <a:solidFill>
              <a:srgbClr val="0B7A7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56692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78815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5577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 are how systems know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508760" y="5989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on failure. CI/CD, monitoring, and humans all read this.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043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three scenarios. Rollback fires correctly. Exit codes signal cleanly.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9593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deploy: health passes attempt 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64515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572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deploy: rollback restores previous version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960" y="52120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33095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5257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deploy: PREVIOUS=none handled cleanly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spc="100" kern="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capstone application of these patterns at scale.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043 — Bad Deploy / Rollback Strategy</dc:title>
  <dc:subject>PptxGenJS Presentation</dc:subject>
  <dc:creator>PptxGenJS</dc:creator>
  <cp:lastModifiedBy>PptxGenJS</cp:lastModifiedBy>
  <cp:revision>1</cp:revision>
  <dcterms:created xsi:type="dcterms:W3CDTF">2026-04-27T07:40:06Z</dcterms:created>
  <dcterms:modified xsi:type="dcterms:W3CDTF">2026-04-27T07:40:06Z</dcterms:modified>
</cp:coreProperties>
</file>