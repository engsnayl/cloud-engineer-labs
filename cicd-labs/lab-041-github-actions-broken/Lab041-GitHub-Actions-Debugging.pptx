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041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bugs. One broken pipeline. Learn to find and fix them the way a real engineer would.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9728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CI/CD  ·  GitHub Actions  ·  YAML  ·  Secrets  ·  Job Dependencies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 Actions?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orientation before we touch any bugs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846320" cy="89611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8961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62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4904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that describes what to do when something happens in your repo (push, pull request, etc.)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2194560"/>
            <a:ext cx="4846320" cy="89611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194560"/>
            <a:ext cx="64008" cy="8961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140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25420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steps that run together on the same machine. Your workflow can have multiple jobs.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3246120"/>
            <a:ext cx="4846320" cy="89611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246120"/>
            <a:ext cx="64008" cy="8961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4655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935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command or action within a job. Steps run in order, one after another.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577840" y="1097280"/>
            <a:ext cx="3246120" cy="352044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7150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Workflow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15000" y="1572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71500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Job: build-and-test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715000" y="21762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Step: checkout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715000" y="2478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Step: install deps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715000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Step: run tests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715000" y="3081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Job: deploy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715000" y="3383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Step: push to prod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715000" y="36850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Job: notify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715000" y="39867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Step: send slack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BUG 1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in Job Names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job keys can't have spaces — it breaks how other jobs reference them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977640" cy="1508760"/>
          </a:xfrm>
          <a:prstGeom prst="rect">
            <a:avLst/>
          </a:prstGeom>
          <a:solidFill>
            <a:srgbClr val="2D0A0A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 and test: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1508760"/>
          </a:xfrm>
          <a:prstGeom prst="rect">
            <a:avLst/>
          </a:prstGeom>
          <a:solidFill>
            <a:srgbClr val="0A2D1A"/>
          </a:solidFill>
          <a:ln w="12700">
            <a:solidFill>
              <a:srgbClr val="33CC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build-and-test: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066544"/>
            <a:ext cx="384048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3227832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546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keys (job names) must be a single unbroken string — use hyphens instead of spaces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730752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jobs reference this key exactly in their needs: field — spaces make this impossible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233672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605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won't throw a loud error — it silently fails to resolve the dependency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BUG 2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Don't Persist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runs in a fresh shell — variables die when the shell closes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977640" cy="1508760"/>
          </a:xfrm>
          <a:prstGeom prst="rect">
            <a:avLst/>
          </a:prstGeom>
          <a:solidFill>
            <a:srgbClr val="2D0A0A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Set environment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echo "NODE_ENV=test"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Variable dies here 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1508760"/>
          </a:xfrm>
          <a:prstGeom prst="rect">
            <a:avLst/>
          </a:prstGeom>
          <a:solidFill>
            <a:srgbClr val="0A2D1A"/>
          </a:solidFill>
          <a:ln w="12700">
            <a:solidFill>
              <a:srgbClr val="33CC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Set environment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echo "NODE_ENV=test"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&gt;&gt; $GITHUB_ENV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79392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" y="3127248"/>
            <a:ext cx="8503920" cy="169164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Breakdown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13716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47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35478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 to the screen (or to a file if redirected)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3716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38953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operator — adds to end of a file without overwriting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13716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42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$GITHUB_ENV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42428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file GitHub provides. Write KEY=value here to share variables between steps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BUG 3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Runs on Pull Requests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if: condition, the deploy job runs on every trigger — including unreviewed PRs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977640" cy="1463040"/>
          </a:xfrm>
          <a:prstGeom prst="rect">
            <a:avLst/>
          </a:prstGeom>
          <a:solidFill>
            <a:srgbClr val="2D0A0A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needs: build-and-test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condition — deploys on PRs!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1463040"/>
          </a:xfrm>
          <a:prstGeom prst="rect">
            <a:avLst/>
          </a:prstGeom>
          <a:solidFill>
            <a:srgbClr val="0A2D1A"/>
          </a:solidFill>
          <a:ln w="12700">
            <a:solidFill>
              <a:srgbClr val="33CC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needs: build-and-test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github.event_name == 'push'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github.ref == 'refs/heads/main'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79392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8503920" cy="175564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Breakdown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18288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9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github.event_name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352958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variable — what triggered the workflow (push, pull_request, etc.)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8288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github.ref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389534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variable — which branch the code is on (e.g. refs/heads/main)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61104"/>
            <a:ext cx="18288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61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426110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— both conditions must be true for the job to run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BUG 4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Credentials Never Passed 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are NOT automatic — you must explicitly map them to environment variables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463040"/>
            <a:ext cx="3977640" cy="1463040"/>
          </a:xfrm>
          <a:prstGeom prst="rect">
            <a:avLst/>
          </a:prstGeom>
          <a:solidFill>
            <a:srgbClr val="2D0A0A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BROKEN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"Deploying..."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 credentials available!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77640" cy="1463040"/>
          </a:xfrm>
          <a:prstGeom prst="rect">
            <a:avLst/>
          </a:prstGeom>
          <a:solidFill>
            <a:srgbClr val="0A2D1A"/>
          </a:solidFill>
          <a:ln w="12700">
            <a:solidFill>
              <a:srgbClr val="33CC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9204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AWS_ACCESS_KEY_ID: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${{ secrets.AWS_ACCESS_KEY_ID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"Deploying..."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79392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20040" y="3090672"/>
            <a:ext cx="8503920" cy="175564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Breakdown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29584"/>
            <a:ext cx="192024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514600" y="35295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that defines environment variables for THIS step only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895344"/>
            <a:ext cx="192024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secrets.NAME }}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514600" y="389534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expression — reads an encrypted secret from repo settings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261104"/>
            <a:ext cx="192024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261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AWS_ACCESS_KEY_ID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14600" y="426110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env var name AWS CLI looks for — must match this spelling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BUG 5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Job Dependency Reference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must reference the exact job key — a single character mismatch breaks the dependency graph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8503920" cy="21031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228600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and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(actual key)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594360" cy="0"/>
          </a:xfrm>
          <a:prstGeom prst="line">
            <a:avLst/>
          </a:prstGeom>
          <a:noFill/>
          <a:ln w="25400">
            <a:solidFill>
              <a:srgbClr val="CC333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971800" y="16733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</a:rPr>
              <a:t>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1645920"/>
            <a:ext cx="2468880" cy="502920"/>
          </a:xfrm>
          <a:prstGeom prst="rect">
            <a:avLst/>
          </a:prstGeom>
          <a:solidFill>
            <a:srgbClr val="2D0A0A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needs: build-and-test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(notify job looks for this)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doesn't exist → dependency can't resolve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Bug 1: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2286000" cy="5029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build-and-test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(fixed key)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807208"/>
            <a:ext cx="594360" cy="0"/>
          </a:xfrm>
          <a:prstGeom prst="line">
            <a:avLst/>
          </a:prstGeom>
          <a:noFill/>
          <a:ln w="25400">
            <a:solidFill>
              <a:srgbClr val="33CC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6151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BC9C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20440" y="2578608"/>
            <a:ext cx="2468880" cy="502920"/>
          </a:xfrm>
          <a:prstGeom prst="rect">
            <a:avLst/>
          </a:prstGeom>
          <a:solidFill>
            <a:srgbClr val="0A2D1A"/>
          </a:solidFill>
          <a:ln w="12700">
            <a:solidFill>
              <a:srgbClr val="33CC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578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needs: build-and-test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(now resolves correctly)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670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5 resolves itself once Bug 1 is fixed.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your YAML after fixing: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50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"import yaml; yaml.safe_load(open('.github/workflows/ci.yml'))"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Bugs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932688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875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868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in job 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44752" y="11430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build and test → build-and-test (use hyphens)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0584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1627632"/>
            <a:ext cx="8503920" cy="7132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1627632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" y="1755648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105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doesn't persist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444752" y="1965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&gt;&gt; $GITHUB_ENV to echo command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828800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20040" y="2450592"/>
            <a:ext cx="8503920" cy="7132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20040" y="2450592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5488" y="2578608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75488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33472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44752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runs on PRs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444752" y="27889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if: github.event_name == 'push' &amp;&amp; github.ref == 'refs/heads/main'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651760"/>
            <a:ext cx="292608" cy="29260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320040" y="3273552"/>
            <a:ext cx="8503920" cy="7132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20040" y="3273552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75488" y="3401568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75488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456432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44752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not mapped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1444752" y="3611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env: block mapping ${{ secrets.* }} to step</a:t>
            </a:r>
            <a:endParaRPr lang="en-US" sz="10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474720"/>
            <a:ext cx="292608" cy="29260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320040" y="4096512"/>
            <a:ext cx="8503920" cy="7132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320040" y="4096512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75488" y="4224528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75488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4279392"/>
            <a:ext cx="320040" cy="32004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444752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needs: reference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1444752" y="4434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automatically when Bug 1 is fixed</a:t>
            </a:r>
            <a:endParaRPr lang="en-US" sz="10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42976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production CI/CD environments build on what you've learned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17190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4864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8016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25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61848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CI to pass before any PR can be merged — broken code never reaches main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24128"/>
            <a:ext cx="4160520" cy="17190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24128"/>
            <a:ext cx="54864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207008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28016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225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Gates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37760" y="161848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Environments add a human approval step — a person must click to allow deploy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990088"/>
            <a:ext cx="4160520" cy="17190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990088"/>
            <a:ext cx="54864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3172968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246120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191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Credentials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2920" y="358444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teams use IAM roles via OIDC instead of long-lived access keys — no secrets to rotate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2990088"/>
            <a:ext cx="4160520" cy="17190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990088"/>
            <a:ext cx="54864" cy="1719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37760" y="3172968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46120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15000" y="3191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37760" y="358444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orgs define pipelines once (workflow_call) and reuse across all repositories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418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names must use hyphens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break YAML key references and needs: dependencies — always hyphens or underscores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465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673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$GITHUB_ENV persists variables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1965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"KEY=value" &gt;&gt; $GITHUB_ENV is the only way to share env vars between steps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5117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4780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jobs need if: guards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77240" y="27706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condition, code deploys from PRs — always guard with event_name and ref checks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35584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2826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must be explicitly mapped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77240" y="35753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 secrets.NAME }} injects secrets into env: blocks — they're never available automatically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6052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40873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must be an exact match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77240" y="43799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dependencies are string-exact and case-sensitive — a single mismatch silently breaks the graph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Lab 041 Complete  ·  github.com/engsnayl/cloud-engineer-labs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041 — GitHub Actions Debugging</dc:title>
  <dc:subject>PptxGenJS Presentation</dc:subject>
  <dc:creator>PptxGenJS</dc:creator>
  <cp:lastModifiedBy>PptxGenJS</cp:lastModifiedBy>
  <cp:revision>1</cp:revision>
  <dcterms:created xsi:type="dcterms:W3CDTF">2026-03-17T07:30:28Z</dcterms:created>
  <dcterms:modified xsi:type="dcterms:W3CDTF">2026-03-17T07:30:28Z</dcterms:modified>
</cp:coreProperties>
</file>