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7A85"/>
          </a:solidFill>
          <a:ln w="12700">
            <a:solidFill>
              <a:srgbClr val="0A7A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46304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Secrets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credentials get baked into Docker images — and how to stop 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1005840" cy="548640"/>
          </a:xfrm>
          <a:prstGeom prst="rect">
            <a:avLst/>
          </a:prstGeom>
          <a:solidFill>
            <a:srgbClr val="152232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0690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404164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828800" y="4023360"/>
            <a:ext cx="1005840" cy="548640"/>
          </a:xfrm>
          <a:prstGeom prst="rect">
            <a:avLst/>
          </a:prstGeom>
          <a:solidFill>
            <a:srgbClr val="152232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952" y="40690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40280" y="404164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4023360"/>
            <a:ext cx="1005840" cy="548640"/>
          </a:xfrm>
          <a:prstGeom prst="rect">
            <a:avLst/>
          </a:prstGeom>
          <a:solidFill>
            <a:srgbClr val="152232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40690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11880" y="404164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Security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 |  Intermediate  |  12-15 minutes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Dockerfile?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0" y="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042 — Pipeline Secrets Injection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40233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005840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69848"/>
            <a:ext cx="374904" cy="3749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987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Dockerfile is a recipe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11480" y="16002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Docker how to build an image — step by step, from top to bottom. Each instruction creates a permanent layer in the image.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" y="2487168"/>
            <a:ext cx="329184" cy="32918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252374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2960" y="24871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instruction = a permanent layer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11480" y="3017520"/>
            <a:ext cx="329184" cy="32918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305409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" y="30175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gets pushed to a registry (e.g. ECR)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11480" y="3547872"/>
            <a:ext cx="329184" cy="32918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358444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35478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the image can inspect all layers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11480" y="4078224"/>
            <a:ext cx="329184" cy="32918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4114800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2960" y="407822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job is to package the app — nothing else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572000" y="868680"/>
            <a:ext cx="4297680" cy="379476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663440" y="13258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85800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Base image (Linux + Node)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4663440" y="18013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858000" y="1801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Working directory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4663440" y="22768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package.json .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6858000" y="2276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Copy dependency file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663440" y="27523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install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6858000" y="27523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Install dependencies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4663440" y="32278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6858000" y="3227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Copy app code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4663440" y="37033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"server.js"]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6858000" y="3703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Start command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GitHub Actions Workflow?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0" y="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042 — Pipeline Secrets Injection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is a set of automated instructions that GitHub runs when something happens in your repository — such as pushing code.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08760"/>
            <a:ext cx="274320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627632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664208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32688" y="16276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11480" y="2176272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WHEN the workflow runs.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push: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branches: [main]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runs every time code is pushed to the main branch.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0" y="150876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1508760"/>
            <a:ext cx="274320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37560" y="1627632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166420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58768" y="16276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Steps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337560" y="2176272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is a group of steps that run together on a server. Steps are individual tasks — checkout code, configure AWS, build Docker image, push to registry.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126480" y="150876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26480" y="1508760"/>
            <a:ext cx="274320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63640" y="1627632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664208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84848" y="16276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263640" y="2176272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stored securely in GitHub Settings. Referenced in the workflow as: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${{ secrets.AWS_ACCESS_KEY_ID }}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visible in logs.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 vs Runtime — Why It Matters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0" y="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042 — Pipeline Secrets Injection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injected at BUILD TIME are frozen into the image forever. Secrets injected at RUNTIME exist only while the container is running.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3977640" cy="3200400"/>
          </a:xfrm>
          <a:prstGeom prst="rect">
            <a:avLst/>
          </a:prstGeom>
          <a:solidFill>
            <a:srgbClr val="FFF5F5"/>
          </a:solidFill>
          <a:ln w="25400">
            <a:solidFill>
              <a:srgbClr val="E05C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572768"/>
            <a:ext cx="475488" cy="475488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609344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24128" y="15727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1480" y="21762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it happen?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24688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run docker build — before the container exists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" y="29077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secrets?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320040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permanently into image layers. Visible in docker history. Cannot be removed without rebuilding.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1480" y="3886200"/>
            <a:ext cx="3657600" cy="54864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950208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14400" y="39044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the image can read them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892040" y="1463040"/>
            <a:ext cx="3977640" cy="3200400"/>
          </a:xfrm>
          <a:prstGeom prst="rect">
            <a:avLst/>
          </a:prstGeom>
          <a:solidFill>
            <a:srgbClr val="F0FFF4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74920" y="1572768"/>
            <a:ext cx="475488" cy="47548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1609344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641848" y="15727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029200" y="21762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it happen?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029200" y="24688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container starts running on a server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029200" y="29077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secrets?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029200" y="320040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by the platform (ECS task def, Kubernetes secret, docker run -e). Never written to the image.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029200" y="3886200"/>
            <a:ext cx="3657600" cy="548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950208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32120" y="39044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stays clean — secrets stay private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ARG/ENV Chain — How the Secret Gets Baked 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0" y="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042 — Pipeline Secrets Injection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safe because there are no hardcoded values. But follow the chain and you'll see the real credential ends up in the image anyway.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417320"/>
            <a:ext cx="201168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9A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78408" y="1481328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Secret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542032"/>
            <a:ext cx="1828800" cy="82296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560320"/>
            <a:ext cx="17739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secrets.ACCESS_KEY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AKIAIOSFODNN7...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345643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value stored securely in GitHub Settings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40280" y="2834640"/>
            <a:ext cx="201168" cy="54864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41448" y="1417320"/>
            <a:ext cx="201168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91256" y="1481328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91256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32888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passes 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32888" y="2542032"/>
            <a:ext cx="1828800" cy="82296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2560320"/>
            <a:ext cx="17739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--build-arg AWS_ACCESS_KEY_ID=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${{ secrets.ACCESS_KEY }}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32888" y="345643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resolved to real value BEFORE Docker starts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53128" y="2834640"/>
            <a:ext cx="201168" cy="54864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54296" y="1417320"/>
            <a:ext cx="201168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04104" y="1481328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04104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45736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receives 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45736" y="2542032"/>
            <a:ext cx="1828800" cy="82296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560320"/>
            <a:ext cx="17739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 AWS_ACCESS_KEY_ID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(now holds real value)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45736" y="345643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captures the real credential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65976" y="2834640"/>
            <a:ext cx="201168" cy="54864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67144" y="1417320"/>
            <a:ext cx="201168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5C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616952" y="1481328"/>
            <a:ext cx="502920" cy="502920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16952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58584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into image layer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58584" y="2542032"/>
            <a:ext cx="1828800" cy="82296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86016" y="2560320"/>
            <a:ext cx="17739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AWS_ACCESS_KEY_ID=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AKIAIOSFODNN7...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58584" y="345643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permanently. Visible in docker history forever.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4663440"/>
            <a:ext cx="8686800" cy="16459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466344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${{ secrets.ACCESS_KEY }} was already resolved before Docker ever ran. The image layer contains the real credential.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Bugs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0" y="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042 — Pipeline Secrets Injection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804672"/>
            <a:ext cx="2743200" cy="5486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869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207008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baked into the Dockerfile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" y="171907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Dockerfile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" y="2029968"/>
            <a:ext cx="2523744" cy="114300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57400"/>
            <a:ext cx="246888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 AWS_ACCESS_KEY_ID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AWS_ACCESS_KEY_ID=$AWS_ACCESS_KEY_ID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 AWS_SECRET_ACCESS_KEY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AWS_SECRET_ACCESS_KEY=$AWS_SECRET_ACCESS_KEY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 DATABASE_URL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DATABASE_URL=$DATABASE_URL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8328" y="32552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" y="352044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6 lines. The Dockerfile's job is to package the app — not handle credentials.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72968" y="804672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804672"/>
            <a:ext cx="2743200" cy="5486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8869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82696" y="1207008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passed as --build-arg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82696" y="171907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deploy.yml — Build step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82696" y="2029968"/>
            <a:ext cx="2523744" cy="114300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057400"/>
            <a:ext cx="246888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--build-arg AWS_ACCESS_KEY_ID=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${{ secrets.ACCESS_KEY }}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--build-arg AWS_SECRET_ACCESS_KEY=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${{ secrets.SECRET_KEY }} ...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82696" y="32552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82696" y="352044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--build-arg flags. The Dockerfile no longer has ARG instructions so they serve no purpose.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7336" y="804672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17336" y="804672"/>
            <a:ext cx="2743200" cy="5486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27064" y="8869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27064" y="1207008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secret names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27064" y="171907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deploy.yml — Configure AWS step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27064" y="2029968"/>
            <a:ext cx="2523744" cy="114300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2057400"/>
            <a:ext cx="246888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aws-access-key-id: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${{ secrets.ACCESS_KEY }}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aws-secret-access-key: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${{ secrets.SECRET_KEY }}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27064" y="32552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27064" y="352044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standard names: secrets.AWS_ACCESS_KEY_ID and secrets.AWS_SECRET_ACCESS_KEY — wrong names return empty strings, not errors.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Files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0" y="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042 — Pipeline Secrets Injection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023360" cy="3840480"/>
          </a:xfrm>
          <a:prstGeom prst="rect">
            <a:avLst/>
          </a:prstGeom>
          <a:solidFill>
            <a:srgbClr val="1A2535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896112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914400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8961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— Fixed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" y="1371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17922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2212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package.json 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" y="2633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install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30540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1480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"server.js"]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11480" y="4206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ARG. No ENV for secrets. No --build-arg. Just the app.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46320" y="822960"/>
            <a:ext cx="4023360" cy="3840480"/>
          </a:xfrm>
          <a:prstGeom prst="rect">
            <a:avLst/>
          </a:prstGeom>
          <a:solidFill>
            <a:srgbClr val="1A2535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83480" y="896112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914400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94960" y="8961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deploy.yml — Fixed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98348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Configure AWS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983480" y="1700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uses: aws-actions/configure-aws-credentials@v4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983480" y="2029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with: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983480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aws-access-key-id: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983480" y="2688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D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${{ secrets.AWS_ACCESS_KEY_ID }}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498348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aws-secret-access-key: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4983480" y="3346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D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${{ secrets.AWS_SECRET_ACCESS_KEY }}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4983480" y="3675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Build and push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983480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docker build -t $ECR_REGISTRY/app:...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4983480" y="4206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secret names. No --build-arg. Credentials in deploy env only.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 — Config vs Credentials in Dockerfiles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0" y="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042 — Pipeline Secrets Injection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environment variables in a Dockerfile are wrong. The rule is specific.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840480" cy="3291840"/>
          </a:xfrm>
          <a:prstGeom prst="rect">
            <a:avLst/>
          </a:prstGeom>
          <a:solidFill>
            <a:srgbClr val="F0FFF4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481328"/>
            <a:ext cx="420624" cy="42062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9961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148132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in a Dockerfile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20299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Non-sensitive configuration — knowing these values gives nobody access to anything.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2606040"/>
            <a:ext cx="3566160" cy="164592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26517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D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NODE_ENV=production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" y="30358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D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PORT=3000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" y="34198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D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LOG_LEVEL=info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" y="38039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D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APP_NAME=myapp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37760" y="1371600"/>
            <a:ext cx="3840480" cy="3291840"/>
          </a:xfrm>
          <a:prstGeom prst="rect">
            <a:avLst/>
          </a:prstGeom>
          <a:solidFill>
            <a:srgbClr val="FFF5F5"/>
          </a:solidFill>
          <a:ln w="25400">
            <a:solidFill>
              <a:srgbClr val="E05C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74920" y="1481328"/>
            <a:ext cx="420624" cy="420624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499616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577840" y="148132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a Dockerfile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074920" y="20299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and secrets — anyone with the image can read them from the layer history.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074920" y="2606040"/>
            <a:ext cx="3566160" cy="164592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166360" y="26517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AWS_ACCESS_KEY_ID=...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166360" y="30358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AWS_SECRET_ACCESS_KEY=...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166360" y="34198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DATABASE_URL=...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166360" y="38039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API_KEY=...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Practices — Beyond Access Keys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0" y="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042 — Pipeline Secrets Injection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68680"/>
            <a:ext cx="2743200" cy="457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978408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996696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960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(Gold Standard)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4048" y="1435608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tasks and EC2 instances can be assigned an IAM role. AWS SDKs automatically use it — no credentials in environment variables at all. The app never sees an access key.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18688" y="8686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18688" y="868680"/>
            <a:ext cx="2743200" cy="457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28416" y="978408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996696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67328" y="960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28416" y="1435608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URLs and API keys live in Secrets Manager. ECS task definitions reference them via valueFrom — the container gets the secret at startup without it touching CI/CD.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63056" y="8686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63056" y="868680"/>
            <a:ext cx="2743200" cy="457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72784" y="978408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996696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11696" y="960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for GitHub Actions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72784" y="1435608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can directly assume an IAM role via federation. No long-lived access keys stored in GitHub Secrets at all — they expire automatically per job.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274320" y="27432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74320" y="2743200"/>
            <a:ext cx="4160520" cy="457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84048" y="2852928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2871216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22960" y="2834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BuildKit Secrets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384048" y="3310128"/>
            <a:ext cx="3959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genuinely need a secret at build time (e.g. private npm registry), use --mount=type=secret. Never written to image layers.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709160" y="27432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709160" y="2743200"/>
            <a:ext cx="4160520" cy="457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818888" y="2852928"/>
            <a:ext cx="365760" cy="36576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176" y="2871216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257800" y="2834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Scanning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4818888" y="3310128"/>
            <a:ext cx="3959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or Snyk scans images for leaked secrets and vulnerabilities before they are pushed to the registry. Catches mistakes before they reach production.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7A85"/>
          </a:solidFill>
          <a:ln w="12700">
            <a:solidFill>
              <a:srgbClr val="0A7A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11556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058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in a Docker image is permanent — credentials written into ENV are visible forever via docker history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2221992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22585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1488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safe because the Dockerfile uses a variable reference — but the reference resolves to the real value before Docker ever runs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5760" y="3364992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401568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32918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Dockerfile's only job is to package the app — it should never contain secrets, credentials, or access keys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754880" y="1078992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1115568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57800" y="10058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secret names fail silently — ${{ secrets.WRONG_NAME }} returns an empty string with no error or warning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754880" y="2221992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2258568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7800" y="21488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Non-sensitive config (NODE_ENV, PORT) is fine in a Dockerfile. Credentials never are.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4754880" y="3364992"/>
            <a:ext cx="384048" cy="384048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3401568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257800" y="32918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AWS environments, use IAM roles — the app never needs to see an access key at all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182880" y="477316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042 Complete  |  CI/CD  |  Cloud Engineer Labs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042 — Pipeline Secrets Injection</dc:title>
  <dc:subject>PptxGenJS Presentation</dc:subject>
  <dc:creator>PptxGenJS</dc:creator>
  <cp:lastModifiedBy>PptxGenJS</cp:lastModifiedBy>
  <cp:revision>1</cp:revision>
  <dcterms:created xsi:type="dcterms:W3CDTF">2026-03-18T08:57:51Z</dcterms:created>
  <dcterms:modified xsi:type="dcterms:W3CDTF">2026-03-18T08:57:51Z</dcterms:modified>
</cp:coreProperties>
</file>