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457200"/>
            <a:ext cx="1371600" cy="38404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LAB 064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7472" y="10515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Assumption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47472" y="1783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Policy Broken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47472" y="2514600"/>
            <a:ext cx="502920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697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A8AD"/>
                </a:solidFill>
              </a:rPr>
              <a:t>Three bugs. One broken chain. Understanding why role assumption fails.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" y="3474720"/>
            <a:ext cx="2560320" cy="1097280"/>
          </a:xfrm>
          <a:prstGeom prst="rect">
            <a:avLst/>
          </a:prstGeom>
          <a:solidFill>
            <a:srgbClr val="11223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Bug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5"/>
                </a:solidFill>
              </a:rPr>
              <a:t>Wrong Principal ARN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82112" y="3474720"/>
            <a:ext cx="2560320" cy="1097280"/>
          </a:xfrm>
          <a:prstGeom prst="rect">
            <a:avLst/>
          </a:prstGeom>
          <a:solidFill>
            <a:srgbClr val="11223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Bug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82112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5"/>
                </a:solidFill>
              </a:rPr>
              <a:t>ExternalId Mismatch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16752" y="3474720"/>
            <a:ext cx="2560320" cy="1097280"/>
          </a:xfrm>
          <a:prstGeom prst="rect">
            <a:avLst/>
          </a:prstGeom>
          <a:solidFill>
            <a:srgbClr val="11223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Bug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16752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5"/>
                </a:solidFill>
              </a:rPr>
              <a:t>PassRole vs AssumeRole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47472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A8B5"/>
                </a:solidFill>
              </a:rPr>
              <a:t>Security Token Service — AWS's dedicated service for issuing temporary credentials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8412480" cy="749808"/>
          </a:xfrm>
          <a:prstGeom prst="rect">
            <a:avLst/>
          </a:prstGeom>
          <a:solidFill>
            <a:srgbClr val="0A25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5"/>
                </a:solidFill>
              </a:rPr>
              <a:t>When sts:AssumeRole succeeds, STS hands back three things: a temporary access key, a secret key, and a session token. These expire automatically — typically after 1 hour. The app must call AssumeRole again to refresh them. No permanent keys ever leave AWS.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41248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" y="290779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 calls STS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32918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8AD"/>
                </a:solidFill>
              </a:rPr>
              <a:t>Sends AssumeRole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8AD"/>
                </a:solidFill>
              </a:rPr>
              <a:t>with target ARN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83664" y="2514600"/>
            <a:ext cx="201168" cy="0"/>
          </a:xfrm>
          <a:prstGeom prst="line">
            <a:avLst/>
          </a:prstGeom>
          <a:noFill/>
          <a:ln w="25400">
            <a:solidFill>
              <a:srgbClr val="14A8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66544" y="290779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STS checks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chain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66544" y="32918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8AD"/>
                </a:solidFill>
              </a:rPr>
              <a:t>Runs all three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8AD"/>
                </a:solidFill>
              </a:rPr>
              <a:t>trust checks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02736" y="2514600"/>
            <a:ext cx="201168" cy="0"/>
          </a:xfrm>
          <a:prstGeom prst="line">
            <a:avLst/>
          </a:prstGeom>
          <a:noFill/>
          <a:ln w="25400">
            <a:solidFill>
              <a:srgbClr val="14A8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79392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939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85616" y="290779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Credentials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issued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85616" y="32918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8AD"/>
                </a:solidFill>
              </a:rPr>
              <a:t>Temp key + secret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8AD"/>
                </a:solidFill>
              </a:rPr>
              <a:t>+ session token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21808" y="2514600"/>
            <a:ext cx="201168" cy="0"/>
          </a:xfrm>
          <a:prstGeom prst="line">
            <a:avLst/>
          </a:prstGeom>
          <a:noFill/>
          <a:ln w="25400">
            <a:solidFill>
              <a:srgbClr val="14A8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98464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98464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04688" y="290779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 acts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 the role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04688" y="32918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8AD"/>
                </a:solidFill>
              </a:rPr>
              <a:t>API calls using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8AD"/>
                </a:solidFill>
              </a:rPr>
              <a:t>temp credentials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40880" y="2514600"/>
            <a:ext cx="201168" cy="0"/>
          </a:xfrm>
          <a:prstGeom prst="line">
            <a:avLst/>
          </a:prstGeom>
          <a:noFill/>
          <a:ln w="25400">
            <a:solidFill>
              <a:srgbClr val="14A8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17536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17536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23760" y="290779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Credentials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expire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32918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8AD"/>
                </a:solidFill>
              </a:rPr>
              <a:t>Call AssumeRole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8AD"/>
                </a:solidFill>
              </a:rPr>
              <a:t>again to refresh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" y="4096512"/>
            <a:ext cx="841248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206240"/>
            <a:ext cx="411480" cy="41148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005840" y="4114800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5"/>
                </a:solidFill>
              </a:rPr>
              <a:t>Temporary means temporary — credentials auto-expire. The app must refresh them. There are no permanent keys involved anywhere in this chain.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Three-Way Trust Check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47472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A8AD"/>
                </a:solidFill>
              </a:rPr>
              <a:t>All three must pass. One failure = Access Denied. AWS gives you no clue which one failed.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2697480" cy="3337560"/>
          </a:xfrm>
          <a:prstGeom prst="rect">
            <a:avLst/>
          </a:prstGeom>
          <a:solidFill>
            <a:srgbClr val="0A25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3312" y="1426464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312" y="142646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2240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Caller has permission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26700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A8B5"/>
                </a:solidFill>
              </a:rPr>
              <a:t>CHECK THE CALLER'S IAM POLICY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" y="2962656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4F5"/>
                </a:solidFill>
              </a:rPr>
              <a:t>Does the calling role's policy grant sts:AssumeRole with the target role ARN in the Resource field?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" y="4005072"/>
            <a:ext cx="205740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40050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← Bug 3 in this lab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27832" y="1298448"/>
            <a:ext cx="2697480" cy="3337560"/>
          </a:xfrm>
          <a:prstGeom prst="rect">
            <a:avLst/>
          </a:prstGeom>
          <a:solidFill>
            <a:srgbClr val="0A25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33672" y="1426464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33672" y="142646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19272" y="2240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Target trusts the caller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9272" y="26700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A8B5"/>
                </a:solidFill>
              </a:rPr>
              <a:t>CHECK THE TRUST POLICY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64992" y="2962656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4F5"/>
                </a:solidFill>
              </a:rPr>
              <a:t>Does the target role's assume_role_policy list the caller's exact ARN in the Principal field?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47872" y="4005072"/>
            <a:ext cx="205740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40050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← Bug 1 in this lab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08192" y="1298448"/>
            <a:ext cx="2697480" cy="3337560"/>
          </a:xfrm>
          <a:prstGeom prst="rect">
            <a:avLst/>
          </a:prstGeom>
          <a:solidFill>
            <a:srgbClr val="0A25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14032" y="1426464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142646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99632" y="2240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Conditions satisfied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99632" y="26700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A8B5"/>
                </a:solidFill>
              </a:rPr>
              <a:t>CHECK ANY CONDITIONS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45352" y="2962656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4F5"/>
                </a:solidFill>
              </a:rPr>
              <a:t>If the trust policy has Conditions (ExternalId, IP, Org), does the caller satisfy every single one?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28232" y="4005072"/>
            <a:ext cx="205740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40050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← Bug 2 in this lab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" y="4663440"/>
            <a:ext cx="8412480" cy="347472"/>
          </a:xfrm>
          <a:prstGeom prst="rect">
            <a:avLst/>
          </a:prstGeom>
          <a:solidFill>
            <a:srgbClr val="112233"/>
          </a:solidFill>
          <a:ln w="12700">
            <a:solidFill>
              <a:srgbClr val="8BA8A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8AD"/>
                </a:solidFill>
              </a:rPr>
              <a:t>Access Denied gives you NO indication of which check failed — you must investigate all three systematically.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Chain in Plain English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3520440" cy="3657600"/>
          </a:xfrm>
          <a:prstGeom prst="rect">
            <a:avLst/>
          </a:prstGeom>
          <a:solidFill>
            <a:srgbClr val="0A25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05840"/>
            <a:ext cx="3520440" cy="40233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0584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COMPANY A — app_role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320040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policy says: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sts:AssumeRole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B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Resource: shared_services_role ARN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4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policy trusts: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ec2.amazonaws.com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B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(your Pi = the EC2 equivalent)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4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policy answers: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this role DO?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31920" y="219456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A500"/>
                </a:solidFill>
              </a:rPr>
              <a:t>sts:AssumeRole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77640" y="2542032"/>
            <a:ext cx="868680" cy="0"/>
          </a:xfrm>
          <a:prstGeom prst="line">
            <a:avLst/>
          </a:prstGeom>
          <a:noFill/>
          <a:ln w="381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A500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58768" y="3017520"/>
            <a:ext cx="1234440" cy="804672"/>
          </a:xfrm>
          <a:prstGeom prst="rect">
            <a:avLst/>
          </a:prstGeom>
          <a:solidFill>
            <a:srgbClr val="112233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30358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A500"/>
                </a:solidFill>
              </a:rPr>
              <a:t>STS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58768" y="333756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4F5"/>
                </a:solidFill>
              </a:rPr>
              <a:t>issues temp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0F4F5"/>
                </a:solidFill>
              </a:rPr>
              <a:t>credentials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66360" y="1005840"/>
            <a:ext cx="3584448" cy="3657600"/>
          </a:xfrm>
          <a:prstGeom prst="rect">
            <a:avLst/>
          </a:prstGeom>
          <a:solidFill>
            <a:srgbClr val="0A2535"/>
          </a:solidFill>
          <a:ln w="12700">
            <a:solidFill>
              <a:srgbClr val="14A8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1005840"/>
            <a:ext cx="3584448" cy="402336"/>
          </a:xfrm>
          <a:prstGeom prst="rect">
            <a:avLst/>
          </a:prstGeom>
          <a:solidFill>
            <a:srgbClr val="14A8B5"/>
          </a:solidFill>
          <a:ln w="12700">
            <a:solidFill>
              <a:srgbClr val="14A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1005840"/>
            <a:ext cx="3584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COMPANY B — shared_services_role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21808" y="1536192"/>
            <a:ext cx="3273552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policy (the guestlist):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= app_role ARN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B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(fixed from wrong-role-name)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4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Condition block: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ExternalId removed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B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(same-account — not needed)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4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policy answers: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assume this role?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an IAM Policy Block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47472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A8AD"/>
                </a:solidFill>
              </a:rPr>
              <a:t>Read it backwards — match the natural order of an access decision.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3794760" cy="3337560"/>
          </a:xfrm>
          <a:prstGeom prst="rect">
            <a:avLst/>
          </a:prstGeom>
          <a:solidFill>
            <a:srgbClr val="0A2535"/>
          </a:solidFill>
          <a:ln w="12700">
            <a:solidFill>
              <a:srgbClr val="8BA8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98448"/>
            <a:ext cx="3794760" cy="365760"/>
          </a:xfrm>
          <a:prstGeom prst="rect">
            <a:avLst/>
          </a:prstGeom>
          <a:solidFill>
            <a:srgbClr val="223344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984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A8AD"/>
                </a:solidFill>
              </a:rPr>
              <a:t>How it's WRITTEN in IAM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847088"/>
            <a:ext cx="3474720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01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A8AD"/>
                </a:solidFill>
              </a:rPr>
              <a:t>Effect: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36192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"Allow"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212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8AD"/>
                </a:solidFill>
              </a:rPr>
              <a:t>← outcome stated first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670048"/>
            <a:ext cx="3474720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7249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A8AD"/>
                </a:solidFill>
              </a:rPr>
              <a:t>Action: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36192" y="2724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"sts:AssumeRole"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035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8AD"/>
                </a:solidFill>
              </a:rPr>
              <a:t>← then what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493008"/>
            <a:ext cx="3474720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547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A8AD"/>
                </a:solidFill>
              </a:rPr>
              <a:t>Principal: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36192" y="3547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app_role.arn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3858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8AD"/>
                </a:solidFill>
              </a:rPr>
              <a:t>← then who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246888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READ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BACKWARDS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24528" y="3063240"/>
            <a:ext cx="749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A500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047488" y="1298448"/>
            <a:ext cx="3703320" cy="3337560"/>
          </a:xfrm>
          <a:prstGeom prst="rect">
            <a:avLst/>
          </a:prstGeom>
          <a:solidFill>
            <a:srgbClr val="0A25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47488" y="1298448"/>
            <a:ext cx="3703320" cy="3657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12984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How to READ it (natural order)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93792" y="1847088"/>
            <a:ext cx="3401568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48656" y="1965960"/>
            <a:ext cx="438912" cy="43891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48656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60720" y="19019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8B5"/>
                </a:solidFill>
              </a:rPr>
              <a:t>Action: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1901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sts:AssumeRole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60720" y="2212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8AD"/>
                </a:solidFill>
              </a:rPr>
              <a:t>What is being attempted?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93792" y="2670048"/>
            <a:ext cx="3401568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48656" y="2788920"/>
            <a:ext cx="438912" cy="43891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48656" y="278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760720" y="27249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8B5"/>
                </a:solidFill>
              </a:rPr>
              <a:t>Principal: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2724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app_role ARN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60720" y="3035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8AD"/>
                </a:solidFill>
              </a:rPr>
              <a:t>Who is attempting it?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93792" y="3493008"/>
            <a:ext cx="3401568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48656" y="3611880"/>
            <a:ext cx="438912" cy="43891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48656" y="3611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760720" y="35478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8B5"/>
                </a:solidFill>
              </a:rPr>
              <a:t>Effect: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83680" y="3547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 / Deny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60720" y="3858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8AD"/>
                </a:solidFill>
              </a:rPr>
              <a:t>Are they allowed to?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7472" y="4663440"/>
            <a:ext cx="8412480" cy="347472"/>
          </a:xfrm>
          <a:prstGeom prst="rect">
            <a:avLst/>
          </a:prstGeom>
          <a:solidFill>
            <a:srgbClr val="112233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5"/>
                </a:solidFill>
              </a:rPr>
              <a:t>Note: Principal only appears in trust policies. In permissions policies the 'who' is implicit — whoever the policy is attached to.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sts:AssumeRole vs iam:PassRole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47472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8AD"/>
                </a:solidFill>
              </a:rPr>
              <a:t>These sound similar. They are completely different things. Mixing them up is one of the most common IAM mistakes.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3931920" cy="3337560"/>
          </a:xfrm>
          <a:prstGeom prst="rect">
            <a:avLst/>
          </a:prstGeom>
          <a:solidFill>
            <a:srgbClr val="0A25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98448"/>
            <a:ext cx="3931920" cy="4572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984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sts:AssumeRole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90195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4871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A8B5"/>
                </a:solidFill>
              </a:rPr>
              <a:t>You borrow the badge yourself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880360"/>
            <a:ext cx="3611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call STS directly.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 runs the trust check.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 gives YOU temp credentials.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act as the role yourself.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</a:t>
            </a:r>
            <a:pPr indent="0" marL="0">
              <a:buNone/>
            </a:pPr>
            <a:r>
              <a:rPr lang="en-US" sz="1200" dirty="0">
                <a:solidFill>
                  <a:srgbClr val="8B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needing cross-account access.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24528" y="2606040"/>
            <a:ext cx="566928" cy="5669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24528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VS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828032" y="1298448"/>
            <a:ext cx="3931920" cy="3337560"/>
          </a:xfrm>
          <a:prstGeom prst="rect">
            <a:avLst/>
          </a:prstGeom>
          <a:solidFill>
            <a:srgbClr val="0A2535"/>
          </a:solidFill>
          <a:ln w="12700">
            <a:solidFill>
              <a:srgbClr val="8BA8A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28032" y="1298448"/>
            <a:ext cx="3931920" cy="457200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28032" y="12984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A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iam:PassRole</a:t>
            </a:r>
            <a:endParaRPr lang="en-US" sz="15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01952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56048" y="24871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A8AD"/>
                </a:solidFill>
              </a:rPr>
              <a:t>You hand the badge to a service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56048" y="2880360"/>
            <a:ext cx="3611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delegate a role to EC2/Lambda.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uses the role.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NO credentials.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 is not involved.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B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</a:t>
            </a:r>
            <a:pPr indent="0" marL="0">
              <a:buNone/>
            </a:pPr>
            <a:r>
              <a:rPr lang="en-US" sz="1200" dirty="0">
                <a:solidFill>
                  <a:srgbClr val="8B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Attaching an instance profile to EC2.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47472" y="4681728"/>
            <a:ext cx="8412480" cy="320040"/>
          </a:xfrm>
          <a:prstGeom prst="rect">
            <a:avLst/>
          </a:prstGeom>
          <a:solidFill>
            <a:srgbClr val="1A0A0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2920" y="4681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5"/>
                </a:solidFill>
              </a:rPr>
              <a:t>Bug 3: The lab used iam:PassRole instead of sts:AssumeRole. Terraform applies cleanly — this only fails silently at runtime.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Bugs — What Was Broken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8412480" cy="1207008"/>
          </a:xfrm>
          <a:prstGeom prst="rect">
            <a:avLst/>
          </a:prstGeom>
          <a:solidFill>
            <a:srgbClr val="0A25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335024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335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90688" y="1078992"/>
            <a:ext cx="877824" cy="274320"/>
          </a:xfrm>
          <a:prstGeom prst="rect">
            <a:avLst/>
          </a:prstGeom>
          <a:solidFill>
            <a:srgbClr val="14A8B5"/>
          </a:solidFill>
          <a:ln w="12700">
            <a:solidFill>
              <a:srgbClr val="14A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90688" y="1078992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Check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10789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Wrong Principal ARN in trust policy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3898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AWS = "arn:aws:iam::123456789012:role/wrong-role-name"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63440" y="1389888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F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AWS = aws_iam_role.app_role.arn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78992" y="1682496"/>
            <a:ext cx="7543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AD"/>
                </a:solidFill>
              </a:rPr>
              <a:t>Company B's guestlist had the wrong name written on it. AWS rejected assumption immediately. Use Terraform references, never hardcoded ARNs.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322576"/>
            <a:ext cx="8412480" cy="1207008"/>
          </a:xfrm>
          <a:prstGeom prst="rect">
            <a:avLst/>
          </a:prstGeom>
          <a:solidFill>
            <a:srgbClr val="0A25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2670048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90688" y="2414016"/>
            <a:ext cx="877824" cy="274320"/>
          </a:xfrm>
          <a:prstGeom prst="rect">
            <a:avLst/>
          </a:prstGeom>
          <a:solidFill>
            <a:srgbClr val="14A8B5"/>
          </a:solidFill>
          <a:ln w="12700">
            <a:solidFill>
              <a:srgbClr val="14A8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0688" y="2414016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Check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" y="2414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ExternalId condition — nothing supplying 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27249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"sts:ExternalId" = "required-external-id-12345"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63440" y="2724912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F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Condition block removed entirely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78992" y="3017520"/>
            <a:ext cx="7543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AD"/>
                </a:solidFill>
              </a:rPr>
              <a:t>Door required a passcode nobody was providing. Two valid fixes: remove it (same-account) or supply the correct ExternalId at runtime (cross-account third party).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" y="3657600"/>
            <a:ext cx="8412480" cy="1207008"/>
          </a:xfrm>
          <a:prstGeom prst="rect">
            <a:avLst/>
          </a:prstGeom>
          <a:solidFill>
            <a:srgbClr val="0A25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4005072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790688" y="3749040"/>
            <a:ext cx="877824" cy="274320"/>
          </a:xfrm>
          <a:prstGeom prst="rect">
            <a:avLst/>
          </a:prstGeom>
          <a:solidFill>
            <a:srgbClr val="14A8B5"/>
          </a:solidFill>
          <a:ln w="12700">
            <a:solidFill>
              <a:srgbClr val="14A8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90688" y="374904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Check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" y="37490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iam:PassRole instead of sts:AssumeRole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78992" y="40599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Action = "iam:PassRole"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4059936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F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Action = "sts:AssumeRole"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78992" y="4352544"/>
            <a:ext cx="7543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AD"/>
                </a:solidFill>
              </a:rPr>
              <a:t>PassRole hands a badge to a service. AssumeRole borrows one yourself. Wrong key for the wrong door. Terraform applies cleanly — only fails at runtime.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Role Assumption — The Playbook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4187952" cy="1207008"/>
          </a:xfrm>
          <a:prstGeom prst="rect">
            <a:avLst/>
          </a:prstGeom>
          <a:solidFill>
            <a:srgbClr val="0A25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53312"/>
            <a:ext cx="475488" cy="47548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53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3272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Who is calling?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33272" y="14630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AD"/>
                </a:solidFill>
              </a:rPr>
              <a:t>Get the exact caller ARN from CloudTrail. Account ID and role name both matter.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2340864"/>
            <a:ext cx="4187952" cy="1207008"/>
          </a:xfrm>
          <a:prstGeom prst="rect">
            <a:avLst/>
          </a:prstGeom>
          <a:solidFill>
            <a:srgbClr val="0A25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88336"/>
            <a:ext cx="475488" cy="47548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33272" y="24323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 the caller's policy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3272" y="279806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AD"/>
                </a:solidFill>
              </a:rPr>
              <a:t>sts:AssumeRole in policy? Resource = target ARN? Is it AssumeRole not PassRole?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3675888"/>
            <a:ext cx="4187952" cy="1207008"/>
          </a:xfrm>
          <a:prstGeom prst="rect">
            <a:avLst/>
          </a:prstGeom>
          <a:solidFill>
            <a:srgbClr val="0A25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023360"/>
            <a:ext cx="475488" cy="47548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33272" y="3767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 the trust policy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3272" y="413308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AD"/>
                </a:solidFill>
              </a:rPr>
              <a:t>IAM → Roles → [target] → Trust relationships. Caller's exact ARN in Principal?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187952" cy="1207008"/>
          </a:xfrm>
          <a:prstGeom prst="rect">
            <a:avLst/>
          </a:prstGeom>
          <a:solidFill>
            <a:srgbClr val="0A25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4608" y="1353312"/>
            <a:ext cx="475488" cy="47548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353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4068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 conditions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14630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AD"/>
                </a:solidFill>
              </a:rPr>
              <a:t>ExternalId? IP restriction? PrincipalOrgID? Caller must satisfy every condition.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340864"/>
            <a:ext cx="4187952" cy="1207008"/>
          </a:xfrm>
          <a:prstGeom prst="rect">
            <a:avLst/>
          </a:prstGeom>
          <a:solidFill>
            <a:srgbClr val="0A25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4608" y="2688336"/>
            <a:ext cx="475488" cy="47548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40680" y="24323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 SCPs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279806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AD"/>
                </a:solidFill>
              </a:rPr>
              <a:t>AWS Org Service Control Policies can block AssumeRole even if everything else is correct.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675888"/>
            <a:ext cx="4187952" cy="1207008"/>
          </a:xfrm>
          <a:prstGeom prst="rect">
            <a:avLst/>
          </a:prstGeom>
          <a:solidFill>
            <a:srgbClr val="0A25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64608" y="4023360"/>
            <a:ext cx="475488" cy="47548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40680" y="3767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 permission boundaries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413308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AD"/>
                </a:solidFill>
              </a:rPr>
              <a:t>A boundary on the calling role can block AssumeRole even if the policy allows it.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— Lab 064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4187952" cy="914400"/>
          </a:xfrm>
          <a:prstGeom prst="rect">
            <a:avLst/>
          </a:prstGeom>
          <a:solidFill>
            <a:srgbClr val="0A253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60120"/>
            <a:ext cx="73152" cy="9144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33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8B5"/>
                </a:solidFill>
              </a:rPr>
              <a:t>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3624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5"/>
                </a:solidFill>
              </a:rPr>
              <a:t>Security Token Service — issues temporary credentials when sts:AssumeRole succeeds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1965960"/>
            <a:ext cx="4187952" cy="914400"/>
          </a:xfrm>
          <a:prstGeom prst="rect">
            <a:avLst/>
          </a:prstGeom>
          <a:solidFill>
            <a:srgbClr val="0A253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965960"/>
            <a:ext cx="73152" cy="9144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039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8B5"/>
                </a:solidFill>
              </a:rPr>
              <a:t>Trust policy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3682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5"/>
                </a:solidFill>
              </a:rPr>
              <a:t>WHO can assume the role. Lives on the target role. Principal = the guestlist.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971800"/>
            <a:ext cx="4187952" cy="914400"/>
          </a:xfrm>
          <a:prstGeom prst="rect">
            <a:avLst/>
          </a:prstGeom>
          <a:solidFill>
            <a:srgbClr val="0A253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971800"/>
            <a:ext cx="73152" cy="9144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8B5"/>
                </a:solidFill>
              </a:rPr>
              <a:t>Permissions policy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33741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5"/>
                </a:solidFill>
              </a:rPr>
              <a:t>What the role can DO once assumed. Separate from the trust policy.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3977640"/>
            <a:ext cx="4187952" cy="914400"/>
          </a:xfrm>
          <a:prstGeom prst="rect">
            <a:avLst/>
          </a:prstGeom>
          <a:solidFill>
            <a:srgbClr val="0A253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3977640"/>
            <a:ext cx="73152" cy="9144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4050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8B5"/>
                </a:solidFill>
              </a:rPr>
              <a:t>sts:AssumeRole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43799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5"/>
                </a:solidFill>
              </a:rPr>
              <a:t>You call STS, receive temp credentials, act as the role yourself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187952" cy="914400"/>
          </a:xfrm>
          <a:prstGeom prst="rect">
            <a:avLst/>
          </a:prstGeom>
          <a:solidFill>
            <a:srgbClr val="0A253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960120"/>
            <a:ext cx="73152" cy="9144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033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8B5"/>
                </a:solidFill>
              </a:rPr>
              <a:t>iam:PassRole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13624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5"/>
                </a:solidFill>
              </a:rPr>
              <a:t>You hand a role to a service. You get no credentials. Nothing to do with AssumeRole.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1965960"/>
            <a:ext cx="4187952" cy="914400"/>
          </a:xfrm>
          <a:prstGeom prst="rect">
            <a:avLst/>
          </a:prstGeom>
          <a:solidFill>
            <a:srgbClr val="0A253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965960"/>
            <a:ext cx="73152" cy="9144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039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8B5"/>
                </a:solidFill>
              </a:rPr>
              <a:t>Read IAM blocks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23682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5"/>
                </a:solidFill>
              </a:rPr>
              <a:t>Action → Principal → Effect. What? Who? Allowed? (backwards from written order)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971800"/>
            <a:ext cx="4187952" cy="914400"/>
          </a:xfrm>
          <a:prstGeom prst="rect">
            <a:avLst/>
          </a:prstGeom>
          <a:solidFill>
            <a:srgbClr val="0A253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971800"/>
            <a:ext cx="73152" cy="9144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8B5"/>
                </a:solidFill>
              </a:rPr>
              <a:t>Terraform references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33741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5"/>
                </a:solidFill>
              </a:rPr>
              <a:t>aws_iam_role.app_role.arn always resolves correctly. Hardcoded ARNs break silently.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977640"/>
            <a:ext cx="4187952" cy="914400"/>
          </a:xfrm>
          <a:prstGeom prst="rect">
            <a:avLst/>
          </a:prstGeom>
          <a:solidFill>
            <a:srgbClr val="0A253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977640"/>
            <a:ext cx="73152" cy="9144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4050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8B5"/>
                </a:solidFill>
              </a:rPr>
              <a:t>ExternalId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43799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5"/>
                </a:solidFill>
              </a:rPr>
              <a:t>Shared secret for cross-account trust. Prevents confused deputy attacks.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064 — IAM Role Assumption</dc:title>
  <dc:subject>PptxGenJS Presentation</dc:subject>
  <dc:creator>PptxGenJS</dc:creator>
  <cp:lastModifiedBy>PptxGenJS</cp:lastModifiedBy>
  <cp:revision>1</cp:revision>
  <dcterms:created xsi:type="dcterms:W3CDTF">2026-03-11T18:29:11Z</dcterms:created>
  <dcterms:modified xsi:type="dcterms:W3CDTF">2026-03-11T18:29:11Z</dcterms:modified>
</cp:coreProperties>
</file>