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9417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78992" y="1444752"/>
            <a:ext cx="950976" cy="95097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1280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7744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Troubleshooting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37744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Can't Reach the Internet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|  AWS Networking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VPC?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 — your own private network inside 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719072" y="1444752"/>
            <a:ext cx="676656" cy="67665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6304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Private Cloud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27432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logically isolated section of the AWS cloud.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IP address range, create subnets, and control all routing and security.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873752" y="1298448"/>
            <a:ext cx="493776" cy="49377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1673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13990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an entire AWS region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0" y="2039112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4873752" y="2103120"/>
            <a:ext cx="493776" cy="49377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12140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0" y="22037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isolated from other customers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54880" y="2843784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4873752" y="2907792"/>
            <a:ext cx="493776" cy="49377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9260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083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all routing between subnets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754880" y="3648456"/>
            <a:ext cx="40233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4873752" y="3712464"/>
            <a:ext cx="493776" cy="49377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730752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38130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&amp; NACLs filter traffic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 Private Subnets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subnet 'public'?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Has a route to an Internet Gateway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map_public_ip_on_launch = true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Instances can get public IPs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Directly reachable from the internet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Where the NAT Gateway lives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37760" y="1188720"/>
            <a:ext cx="3840480" cy="34747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029200" y="1280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10.0.2.0/24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direct route to Internet Gateway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0640" y="2560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public IP assignment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Hidden from the public internet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12064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Outbound internet via NAT Gateway only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12064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Where application servers live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vs NAT Gateway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gateways — very different jobs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536192" y="1307592"/>
            <a:ext cx="676656" cy="67665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3258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(IGW)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Attached to the VPC (not a subnet)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Enables two-way internet access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subnet instances route through 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785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Instances must have a public IP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4178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IGW per VPC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016752" y="1307592"/>
            <a:ext cx="676656" cy="67665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32588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37760" y="2103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29200" y="2606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Lives in the PUBLIC subnet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0" y="2999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Outbound-only for private instances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33924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Translates private IPs to its public IP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029200" y="37856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Internet cannot initiate connections in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029200" y="4178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Costs money — destroy when done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Every subnet has one — it controls where traffic goes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33272"/>
            <a:ext cx="585216" cy="58521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972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table is like a postal address book for your subnet.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traffic leaves an instance, AWS looks up the destination IP in the route table to decide where to send 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Route Table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3840480" cy="1005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igw-xxxxxxxx 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93776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Route Table</a:t>
            </a:r>
            <a:endParaRPr lang="en-US" sz="1300" dirty="0"/>
          </a:p>
        </p:txBody>
      </p:sp>
      <p:graphicFrame>
        <p:nvGraphicFramePr>
          <p:cNvPr id="1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286000"/>
          <a:ext cx="3840480" cy="1005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0.0.0.0/0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nat-xxxxxxxx 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365760" y="3429000"/>
            <a:ext cx="8412480" cy="8229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9"/>
          <p:cNvSpPr/>
          <p:nvPr/>
        </p:nvSpPr>
        <p:spPr>
          <a:xfrm>
            <a:off x="548640" y="3493008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distinction: public subnets use  gateway_id  (IGW).  Private subnets use  nat_gateway_id  (NAT).  These are different Terraform attributes — mixing them causes errors.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Stateful firewalls — and the egress gotcha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30936" cy="63093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51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act as a virtual firewall around each EC2 instance.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stateful — if you allow an outbound connection, the return traffic is automatically allowed.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828800"/>
            <a:ext cx="3840480" cy="2560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(Inbound)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Controls what can reach your instance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e.g. allow SSH (port 22) from VPC only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Default: deny everything inbound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define who can knock on the door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1828800"/>
            <a:ext cx="3840480" cy="25603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029200" y="1920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(Outbound)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12064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Controls what your instance can reach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AWS Console adds allow-all by default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Terraform does NOT — you must add it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12064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egress rule = no outbound traffic at all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02920" y="455371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Terraform gotcha: always add an explicit egress block in aws_security_group — the console default doesn't carry over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Traffic Path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must be correctly configured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463040" cy="21945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96112" y="1307592"/>
            <a:ext cx="585216" cy="58521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3957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10.0.2.x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938528" y="2221992"/>
            <a:ext cx="16459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121408" y="1188720"/>
            <a:ext cx="1463040" cy="21945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560320" y="1307592"/>
            <a:ext cx="585216" cy="58521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3258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21408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21408" y="23957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nat-gateway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602736" y="2221992"/>
            <a:ext cx="16459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3785616" y="1188720"/>
            <a:ext cx="1463040" cy="21945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4224528" y="1307592"/>
            <a:ext cx="585216" cy="58521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16" y="13258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85616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785616" y="23957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10.0.1.x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266944" y="2221992"/>
            <a:ext cx="16459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9"/>
          <p:cNvSpPr/>
          <p:nvPr/>
        </p:nvSpPr>
        <p:spPr>
          <a:xfrm>
            <a:off x="5449824" y="1188720"/>
            <a:ext cx="1463040" cy="21945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0"/>
          <p:cNvSpPr/>
          <p:nvPr/>
        </p:nvSpPr>
        <p:spPr>
          <a:xfrm>
            <a:off x="5888736" y="1307592"/>
            <a:ext cx="585216" cy="58521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1325880"/>
            <a:ext cx="548640" cy="5486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9824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49824" y="23957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VPC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931152" y="2221992"/>
            <a:ext cx="164592" cy="54864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4"/>
          <p:cNvSpPr/>
          <p:nvPr/>
        </p:nvSpPr>
        <p:spPr>
          <a:xfrm>
            <a:off x="7114032" y="1188720"/>
            <a:ext cx="1463040" cy="21945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5"/>
          <p:cNvSpPr/>
          <p:nvPr/>
        </p:nvSpPr>
        <p:spPr>
          <a:xfrm>
            <a:off x="7552944" y="1307592"/>
            <a:ext cx="585216" cy="585216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1325880"/>
            <a:ext cx="548640" cy="54864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14032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114032" y="23957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destination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broken link anywhere in this chain = no connectivity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7200" y="39136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Instance in wrong subnet → wrong route table governs it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457200" y="4187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Route table pointing to IGW instead of NAT → direct internet route fails for private instances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457200" y="44622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NAT Gateway in private subnet → has no internet path to forward traffic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egress rule → instance can't initiate any outbound connection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Bugs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broken and why it matters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234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in private subnet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Move to public subnet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3258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needs internet access itself — it must be in a subnet with an IGW route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530352" cy="53035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57200" y="2267712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167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route table → IGW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505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Change gateway_id to nat_gateway_id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2585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instances don't have public IPs — routing them to the IGW directly won't 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57200" y="3191256"/>
            <a:ext cx="530352" cy="53035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0998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egress rule on security group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43814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egress block allowing all outbound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0" y="319125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doesn't add a default egress rule — without it, no outbound traffic is possible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986784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57200" y="4123944"/>
            <a:ext cx="530352" cy="530352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57200" y="4133088"/>
            <a:ext cx="5303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40325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in public subnet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" y="4370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Move to private subnet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412394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 belong in the private subnet — public subnet exposes them to the internet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AWS Credentials on a Server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A real-world skill — you'll do this more than once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0515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it's a Raspberry Pi, a bastion host, a CI/CD runner, or an on-premise build server — any machine that talks to AWS needs credentials configured.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783080"/>
            <a:ext cx="841248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57200" y="19751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18379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AWS CLI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216712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'https://awscli.amazonaws.com/awscli-exe-linux-aarch64.zip' -o awscliv2.zip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unzip awscliv2.zip &amp;&amp; sudo ./aws/install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807208"/>
            <a:ext cx="841248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2990088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29992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2862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credentials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319125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Enter: Access Key ID, Secret Access Key, Region (eu-west-2), Output (json)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3831336"/>
            <a:ext cx="8412480" cy="9144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57200" y="4014216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57200" y="40233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connection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97280" y="421538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sts get-caller-identity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Returns your Account ID and IAM username — confirms it's working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0292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production: EC2 instances use IAM Roles (instance profiles) instead of static keys — no credentials stored on disk at all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01168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Debug VPC Connectivity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1168" y="8046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Trace the path — don't guess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603504" cy="603504"/>
          </a:xfrm>
          <a:prstGeom prst="ellipse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07899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EC2 instance can't reach the internet, trace the traffic path hop by hop from the instance outward.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3931920" cy="512064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4389120" cy="512064"/>
          </a:xfrm>
          <a:prstGeom prst="rect">
            <a:avLst/>
          </a:prstGeom>
          <a:solidFill>
            <a:srgbClr val="0A7A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02920" y="17830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Where is the instance?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98848" y="17830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subnet_id in Terraform or aws ec2 describe-instances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2313432"/>
            <a:ext cx="3931920" cy="512064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389120" y="2313432"/>
            <a:ext cx="4389120" cy="512064"/>
          </a:xfrm>
          <a:prstGeom prst="rect">
            <a:avLst/>
          </a:prstGeom>
          <a:solidFill>
            <a:srgbClr val="0A7A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502920" y="24048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route table governs the subnet?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498848" y="2404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aws_route_table_association — which table is attached?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2935224"/>
            <a:ext cx="3931920" cy="512064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389120" y="2935224"/>
            <a:ext cx="4389120" cy="512064"/>
          </a:xfrm>
          <a:prstGeom prst="rect">
            <a:avLst/>
          </a:prstGeom>
          <a:solidFill>
            <a:srgbClr val="0A7A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02920" y="30266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Where does the default route point?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98848" y="30266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Look at the 0.0.0.0/0 route — IGW or NAT?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557016"/>
            <a:ext cx="3931920" cy="512064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4389120" y="3557016"/>
            <a:ext cx="4389120" cy="512064"/>
          </a:xfrm>
          <a:prstGeom prst="rect">
            <a:avLst/>
          </a:prstGeom>
          <a:solidFill>
            <a:srgbClr val="0A7A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02920" y="36484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the NAT Gateway in public subnet?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98848" y="36484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aws_nat_gateway subnet_id — must be public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178808"/>
            <a:ext cx="3931920" cy="512064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4389120" y="4178808"/>
            <a:ext cx="4389120" cy="512064"/>
          </a:xfrm>
          <a:prstGeom prst="rect">
            <a:avLst/>
          </a:prstGeom>
          <a:solidFill>
            <a:srgbClr val="0A7A8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502920" y="42702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security group allow egress?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498848" y="42702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for an egress block — Terraform won't add one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9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060 — VPC Troubleshooting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188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Gateways must be in the public subnet — they need internet access to forward traffic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8308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17830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route tables use nat_gateway_id, not gateway_id — don't mix them up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37744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37744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security groups have no default egress rule — always add one explicitly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71800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29718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traffic path is: Instance → Route Table → NAT → IGW → Internet — every hop matters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66160"/>
            <a:ext cx="347472" cy="3474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4672" y="3566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instance IP range to confirm subnet placement: 10.0.1.x = public, 10.0.2.x = private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2743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 Labs  |  Lab 060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1128</Words>
  <Application>Microsoft Office PowerPoint</Application>
  <PresentationFormat>On-screen Show (16:9)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060 — VPC Troubleshooting</dc:title>
  <dc:subject>PptxGenJS Presentation</dc:subject>
  <dc:creator>PptxGenJS</dc:creator>
  <cp:lastModifiedBy>Stephen Naylor</cp:lastModifiedBy>
  <cp:revision>2</cp:revision>
  <dcterms:created xsi:type="dcterms:W3CDTF">2026-03-10T16:03:47Z</dcterms:created>
  <dcterms:modified xsi:type="dcterms:W3CDTF">2026-03-10T16:33:51Z</dcterms:modified>
</cp:coreProperties>
</file>