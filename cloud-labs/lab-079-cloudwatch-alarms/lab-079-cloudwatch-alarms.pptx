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474720"/>
            <a:ext cx="9144000" cy="1668780"/>
          </a:xfrm>
          <a:prstGeom prst="rect">
            <a:avLst/>
          </a:prstGeom>
          <a:solidFill>
            <a:srgbClr val="132233"/>
          </a:solidFill>
          <a:ln w="12700">
            <a:solidFill>
              <a:srgbClr val="1322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474720"/>
            <a:ext cx="9144000" cy="457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5720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00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079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19202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CloudWatch Alarms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Misconfigured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· Alerting · AWS CloudWatch · Terraform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alarms existed. None fired. Four bugs to find.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66344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cloud-engineer-labs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381" y="352501"/>
            <a:ext cx="191110" cy="1911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SCENARIO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INC-4821 — Monitoring Gap Identified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8229600" cy="118872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55448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last night's outage (21:14–21:47 UTC), the application server experienced sustained
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CPU and a status check failure.</a:t>
            </a:r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No alerts fired. Post-incident review confirms CloudWatch alarms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exist, but none triggered. Engineering lead suspects misconfiguration. Investigate and remediate.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28346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INHERIT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457200" y="3108960"/>
            <a:ext cx="2651760" cy="146304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94360" y="3246120"/>
            <a:ext cx="320040" cy="3200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69" y="3318129"/>
            <a:ext cx="176022" cy="17602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05840" y="3264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EC2 instance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94360" y="3657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app-server · t3.micro · eu-west-2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91840" y="3108960"/>
            <a:ext cx="2651760" cy="146304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429000" y="3246120"/>
            <a:ext cx="320040" cy="3200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01009" y="3318129"/>
            <a:ext cx="176022" cy="17602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3840480" y="3264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SNS topic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3429000" y="3657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ops-alerts · no subscribers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126480" y="3108960"/>
            <a:ext cx="2651760" cy="146304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263640" y="3246120"/>
            <a:ext cx="320040" cy="320040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5649" y="3318129"/>
            <a:ext cx="176022" cy="17602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675120" y="326440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CloudWatch alarms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263640" y="3657600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high-cpu · status-check-failed · both broken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381" y="352501"/>
            <a:ext cx="191110" cy="1911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CloudWatch?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CloudWatch collects metrics from AWS resources over time and lets you set alarms that fire when a metric crosses a threshold — connecting your infrastructure behaviour to your on-call team.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286000"/>
            <a:ext cx="2651760" cy="246888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2286000"/>
            <a:ext cx="54864" cy="24688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640080" y="278892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sampled over time from AWS resources — CPU utilisation, status check results, network bytes, error counts.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291840" y="2286000"/>
            <a:ext cx="2651760" cy="246888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291840" y="2286000"/>
            <a:ext cx="54864" cy="24688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47472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Alarms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3474720" y="278892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 one metric against a threshold. When the metric breaches in the direction you specify, the alarm enters ALARM state.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6126480" y="2286000"/>
            <a:ext cx="2651760" cy="246888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126480" y="2286000"/>
            <a:ext cx="54864" cy="246888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309360" y="2377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6309360" y="278892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when the alarm fires — typically an SNS notification that fans out to email, Slack, PagerDuty, or Lambda.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ALARM FIELDS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457200" y="5074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comparison_operator  ·  threshold  ·  period  ·  evaluation_periods  ·  alarm_actions  ·  dimensions  ·  statistic  ·  namespace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381" y="352501"/>
            <a:ext cx="191110" cy="1911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Bugs — All Found via CLI First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touching main.tf, query AWS directly. The CLI output reveals every bug before you open a single file.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1874520"/>
            <a:ext cx="8229600" cy="64008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1874520"/>
            <a:ext cx="54864" cy="6400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" y="194767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325880" y="194767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comparison operator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663440" y="19476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high-cpu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" y="222199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LessThanThreshold fires when CPU is LOW — the opposite of what you want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2606040"/>
            <a:ext cx="8229600" cy="64008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57200" y="2606040"/>
            <a:ext cx="54864" cy="6400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267919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325880" y="267919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alarm actions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663440" y="267919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high-cpu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" y="295351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AlarmActions: [] — alarm changes state silently, nobody is notified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3337560"/>
            <a:ext cx="8229600" cy="64008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457200" y="3337560"/>
            <a:ext cx="54864" cy="64008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40080" y="34107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3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1325880" y="341071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dimensions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4663440" y="341071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high-cpu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40080" y="368503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Dimensions: [] — alarm monitors no specific instance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457200" y="4069080"/>
            <a:ext cx="54864" cy="640080"/>
          </a:xfrm>
          <a:prstGeom prst="rect">
            <a:avLst/>
          </a:prstGeom>
          <a:solidFill>
            <a:srgbClr val="F57F17"/>
          </a:solidFill>
          <a:ln w="12700">
            <a:solidFill>
              <a:srgbClr val="F57F17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0080" y="414223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4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1325880" y="41422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too long + placeholder ID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4663440" y="41422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status-check-failed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640080" y="4416552"/>
            <a:ext cx="7863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= 3600 (once/hr) and InstanceId = i-placeholder (non-existent)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381" y="352501"/>
            <a:ext cx="191110" cy="1911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 — high-cpu alarm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Comparison Operator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38988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alarm is named high-cpu with a threshold of 80. But LessThanThreshold fires when CPU drops below 80% — which is during normal operation. It stays silent during actual high-CPU incidents.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148840"/>
            <a:ext cx="3840480" cy="128016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48640" y="2212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" y="248716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comparison_operator 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"LessThanThreshold"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389120" y="2560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897B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892040" y="2148840"/>
            <a:ext cx="3794760" cy="128016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983480" y="22128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983480" y="2487168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comparison_operator =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"GreaterThanThreshold"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57200" y="36118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 REFERENCE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3858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GreaterThanThreshold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749040" y="385876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CPU too high, error rate too high, latency spike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57200" y="415137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LessThanThreshold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3749040" y="4151376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Disk space too low, healthy host count falling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457200" y="444398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GreaterThanOrEqualTo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749040" y="444398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Same as above, fires at the exact threshold too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57200" y="473659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LessThanOrEqualTo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3749040" y="4736592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 Same as above, fires at the exact threshold too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381" y="352501"/>
            <a:ext cx="191110" cy="1911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 + BUG 3 — high-cpu alarm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Actions + No Dimensions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371600"/>
            <a:ext cx="4160520" cy="329184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371600"/>
            <a:ext cx="54864" cy="3291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14447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 — No Alarm Actions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" y="1783080"/>
            <a:ext cx="3794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alarm without actions changes state silently. Nobody gets paged. Nobody gets emailed. It's a fire alarm with no siren.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" y="2578608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658368" y="28072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alarm_actions = []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8368" y="3200400"/>
            <a:ext cx="3749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658368" y="342900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alarm_actions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[aws_sns_topic.alerts.arn]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54880" y="1371600"/>
            <a:ext cx="3931920" cy="329184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1371600"/>
            <a:ext cx="54864" cy="32918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956048" y="14447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3 — No Dimensions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956048" y="178308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dimensions, CloudWatch doesn't know which EC2 instance to watch. CPUUtilization in AWS/EC2 with no InstanceId is ambiguous — it monitors nothing useful.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56048" y="267004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956048" y="2898648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dimensions = {}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4956048" y="329184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956048" y="352044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dimensions =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InstanceId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aws_instance.app.id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457200" y="466344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Terraform resource references — not hardcoded ARNs or IDs. They're always correct at apply time and survive infrastructure rebuilds.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381" y="352501"/>
            <a:ext cx="191110" cy="1911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4 — status-check-failed alarm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Too Long + Placeholder ID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389888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= 3600 means CloudWatch evaluates the metric once per hour. A status check failure lasting 20–40 minutes self-heals before the alarm even looks. Plus the InstanceId was a hardcoded placeholder — monitoring a non-existent instance.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194560"/>
            <a:ext cx="3840480" cy="256032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2286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94360" y="256032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              = 3600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dimensions =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InstanceId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"i-placeholder"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438912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897B"/>
                </a:solidFill>
              </a:rPr>
              <a:t>→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892040" y="2194560"/>
            <a:ext cx="3794760" cy="256032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029200" y="2286000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029200" y="2560320"/>
            <a:ext cx="3474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              = 60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dimensions =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InstanceId =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aws_instance.app.id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48920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QUICK REFERENCE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57200" y="5120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60s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457200" y="53949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minute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291840" y="5120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300s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3291840" y="53949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5 min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6126480" y="5120640"/>
            <a:ext cx="2651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6282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3600s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6126480" y="5394960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hour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381" y="352501"/>
            <a:ext cx="191110" cy="1911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DEEPER UNDERSTANDING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Maximum for Status Checks?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38988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StatusCheckFailed is a binary metric — it's either 0 (passing) or 1 (failing). The statistic you choose determines how CloudWatch aggregates values across the period.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103120"/>
            <a:ext cx="3840480" cy="228600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457200" y="2103120"/>
            <a:ext cx="54864" cy="22860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 = Average  ❌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58368" y="25146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failure in a 5-min window where the other 4 minutes passed: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= 0.2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0.2 is NOT greater than threshold of 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never fires. Failure missed.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754880" y="2103120"/>
            <a:ext cx="3931920" cy="228600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754880" y="2103120"/>
            <a:ext cx="54864" cy="22860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956048" y="217627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 = Maximum  ✅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956048" y="2514600"/>
            <a:ext cx="3566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failure in a 5-min window where the other 4 minutes passed: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= 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IS greater than threshold of 0.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fires. Failure caught.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7200" y="45720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Maximum for binary (pass/fail) metrics.   Use Average for load metrics like CPU, memory, latency.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381" y="352501"/>
            <a:ext cx="191110" cy="1911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Confirming the Fixes Are Live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457200" y="1389888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validate script calls AWS directly — not just terraform validate. It checks each field by name and cross-references the InstanceId against a running EC2 instance.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2029968"/>
            <a:ext cx="8229600" cy="45720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94360" y="2121408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1280160" y="212140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ComparisonOperator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3931920" y="212140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high-cpu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080760" y="212140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GreaterThanThreshold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94360" y="2651760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2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280160" y="26517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AlarmActions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3931920" y="2651760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high-cpu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080760" y="26517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Non-empty list with SNS ARN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457200" y="3090672"/>
            <a:ext cx="8229600" cy="45720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94360" y="3182112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3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1280160" y="3182112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Dimensions → InstanceId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3931920" y="31821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high-cpu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080760" y="31821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instance ID (i-...), instance running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57200" y="3621024"/>
            <a:ext cx="8229600" cy="45720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594360" y="3712464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4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280160" y="371246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Period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3931920" y="371246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status-check-failed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080760" y="3712464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57200" y="4151376"/>
            <a:ext cx="8229600" cy="45720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594360" y="4242816"/>
            <a:ext cx="640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4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1280160" y="42428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Dimensions → InstanceId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3931920" y="424281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status-check-failed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6080760" y="4242816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i-placeholder, instance running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57200" y="48920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DB6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bash validate.sh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381" y="352501"/>
            <a:ext cx="191110" cy="1911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WORLD VS LAB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Production Monitoring Looks Like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4114800" cy="169164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57200" y="1463040"/>
            <a:ext cx="54864" cy="1691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58368" y="1554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SNS subscriptions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" y="18745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lab's topic has no subscribers. In production you always create aws_sns_topic_subscription resources — email, Slack webhook, PagerDuty, Lambda.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846320" y="1463040"/>
            <a:ext cx="4114800" cy="169164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463040"/>
            <a:ext cx="54864" cy="1691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47488" y="155448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alarms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047488" y="18745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uses composite alarms: fire only if CPU &gt; 80% AND error rate is elevated AND sustained for 5 minutes. Reduces false positives during deployments.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3337560"/>
            <a:ext cx="4114800" cy="169164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" y="3337560"/>
            <a:ext cx="54864" cy="1691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" y="3429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58368" y="37490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fixed thresholds, CloudWatch learns normal patterns and alerts on deviations. Handles seasonal and daily traffic variation automatically.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846320" y="3337560"/>
            <a:ext cx="4114800" cy="169164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846320" y="3337560"/>
            <a:ext cx="54864" cy="169164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047488" y="342900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 + insufficient data actions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047488" y="374904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ok_actions (notify on recovery) and insufficient_data_actions (notify if metrics stop arriving — e.g. the instance has died).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74320"/>
            <a:ext cx="347472" cy="347472"/>
          </a:xfrm>
          <a:prstGeom prst="ellipse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5381" y="352501"/>
            <a:ext cx="191110" cy="19111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6012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Remember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457200" y="1353312"/>
            <a:ext cx="8229600" cy="82296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594360" y="142646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280160" y="142646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Comparison operator must match intent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280160" y="1719072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GreaterThan for high metrics. LessThan for low metrics. The wrong operator inverts the alarm — it alerts during normal operation and stays silent during incidents.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594360" y="235915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280160" y="235915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Alarm actions connect alarms to humans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280160" y="2651760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alarm with empty alarm_actions is useless. Always connect to an SNS topic. Validate after every apply that AlarmActions is not an empty list.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3218688"/>
            <a:ext cx="8229600" cy="82296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594360" y="32918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280160" y="329184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scope alarms to real resources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80160" y="3584448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dimensions, CloudWatch monitors the wrong thing or nothing at all. Always use Terraform references — never hardcoded IDs like i-placeholder.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7200" y="4151376"/>
            <a:ext cx="8229600" cy="822960"/>
          </a:xfrm>
          <a:prstGeom prst="rect">
            <a:avLst/>
          </a:prstGeom>
          <a:solidFill>
            <a:srgbClr val="132233"/>
          </a:solidFill>
          <a:ln w="635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3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94360" y="4224528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89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1280160" y="422452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must match urgency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280160" y="4517136"/>
            <a:ext cx="7315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checks need period = 60. CPU typically uses 300. period = 3600 is only appropriate for billing alerts and long-trend monitoring.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 079 — CloudWatch Alarms Misconfigured</dc:title>
  <dc:subject>PptxGenJS Presentation</dc:subject>
  <dc:creator>PptxGenJS</dc:creator>
  <cp:lastModifiedBy>PptxGenJS</cp:lastModifiedBy>
  <cp:revision>1</cp:revision>
  <dcterms:created xsi:type="dcterms:W3CDTF">2026-04-17T06:57:40Z</dcterms:created>
  <dcterms:modified xsi:type="dcterms:W3CDTF">2026-04-17T06:57:40Z</dcterms:modified>
</cp:coreProperties>
</file>