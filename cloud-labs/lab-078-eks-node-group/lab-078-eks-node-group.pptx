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078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Nodes Not Joining Cluster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566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EKS  ·  Advanced  ·  IAM · Networking · Terraform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cloud-engineer-labs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EKS?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Elastic Kubernetes Service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is AWS's managed Kubernetes service. It runs the Kubernetes control plane for you — you never patch or operate the API server, scheduler, or etcd. You only manage the worker nodes that run your application workloads.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4114800" cy="2651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1762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AWS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API server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+ etcd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touch this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2103120"/>
            <a:ext cx="4114800" cy="2651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1762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265176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instances (yours)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pods/containers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control plane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you manage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62272" y="3246120"/>
            <a:ext cx="228600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31089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7A589"/>
                </a:solidFill>
              </a:rPr>
              <a:t>↔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Control Plane vs Worker Nodes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393192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Control Plane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(Managed by AWS)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API Server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(state store)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eks-cluster-role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Trusts: eks.amazonaws.com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822960"/>
            <a:ext cx="3931920" cy="2560320"/>
          </a:xfrm>
          <a:prstGeom prst="rect">
            <a:avLst/>
          </a:prstGeom>
          <a:solidFill>
            <a:srgbClr val="1A2E44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188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(EC2 instances — yours to manage)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pods &amp; containers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reports health to CP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eks-node-role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Trusts: ec2.amazonaws.com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3 managed policies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with / takes orders from  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931920"/>
            <a:ext cx="8503920" cy="868680"/>
          </a:xfrm>
          <a:prstGeom prst="rect">
            <a:avLst/>
          </a:prstGeom>
          <a:solidFill>
            <a:srgbClr val="E8F8F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0507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touch the control plane. AWS runs it, patches it, scales it. You only manage the nodes. That's the entire value proposition of EKS.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0"/>
            <a:ext cx="850392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8503920" cy="1371600"/>
          </a:xfrm>
          <a:prstGeom prst="rect">
            <a:avLst/>
          </a:prstGeom>
          <a:solidFill>
            <a:srgbClr val="0A2540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INCIDENT-AWS-010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 'production' deployed via Terraform but worker nodes are unavailable. No workloads can be scheduled. Investigate and resolve.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29718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arrive knowing nothing. No hints. No blame. Just the ticket.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4290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workspace before touching anything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 → terraform plan — read before you apply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and observe — what does AWS actually tell you?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systematically — IAM first, then networking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Bugs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502920" cy="1188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8686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IAM Role on Node Group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2344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node_role_arn points to aws_iam_role.cluster.arn — the cluster role. It trusts eks.amazonaws.com. EC2 instances cannot assume 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868680"/>
            <a:ext cx="777240" cy="274320"/>
          </a:xfrm>
          <a:prstGeom prst="rect">
            <a:avLst/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103120"/>
            <a:ext cx="8503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03120"/>
            <a:ext cx="502920" cy="1188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1945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Node IAM Role Exists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560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aws_iam_role.node anywhere in main.tf. Worker nodes have no identity of their own — they are borrowing the wrong one.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2194560"/>
            <a:ext cx="777240" cy="274320"/>
          </a:xfrm>
          <a:prstGeom prst="rect">
            <a:avLst/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29000"/>
            <a:ext cx="8503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429000"/>
            <a:ext cx="50292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35204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instance_types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8862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instance_types is not declared on the node group. AWS defaults to t3.medium but relying on defaults is bad practice — defaults can change.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3520440"/>
            <a:ext cx="7772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vs Non-Fatal — Not All Bugs Are Equal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3474720"/>
          </a:xfrm>
          <a:prstGeom prst="rect">
            <a:avLst/>
          </a:prstGeom>
          <a:solidFill>
            <a:srgbClr val="FFF5F5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4023360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595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IAM trust policy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rejects the node group creation immediately. EC2 cannot assume a role that trusts only eks.amazonaws.com. You get a clear, specific error message straight away.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017520"/>
            <a:ext cx="374904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63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"required service principals [ec2.amazonaws.com] were not found"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822960"/>
            <a:ext cx="4023360" cy="347472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822960"/>
            <a:ext cx="4023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8595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RISK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instance_types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8288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defaults to t3.medium. The node group creates successfully. The risk is hidden — defaults can change between provider versions, causing unexpected cost or capacity surprises.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063240"/>
            <a:ext cx="374904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instance_types = ["t3.medium"]  // always be explicit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3017520"/>
            <a:ext cx="374904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063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instance_types = ["t3.medium"]  // always be explicit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able to distinguish fatal failures from latent risks is a mid-level engineer skill.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— Cluster vs Node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that executes code or makes AWS API calls needs an IAM role. The actor determines the trust policy.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0116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167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28016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3167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Role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66360" y="1280160"/>
            <a:ext cx="34290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31673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Role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691640"/>
            <a:ext cx="201168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728216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1691640"/>
            <a:ext cx="27432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728216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eks.amazonaws.com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66360" y="1691640"/>
            <a:ext cx="34290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9512" y="1728216"/>
            <a:ext cx="3282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ec2.amazonaws.com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28600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2322576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228600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2322576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control plane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66360" y="2286000"/>
            <a:ext cx="34290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2322576"/>
            <a:ext cx="3282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worker nodes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880360"/>
            <a:ext cx="201168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916936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77440" y="2880360"/>
            <a:ext cx="27432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50592" y="2916936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cluster resources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66360" y="2880360"/>
            <a:ext cx="34290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9512" y="2916936"/>
            <a:ext cx="3282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to cluster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4747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3511296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policy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377440" y="347472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0592" y="3511296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AmazonEKSClusterPolicy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66360" y="3474720"/>
            <a:ext cx="3429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9512" y="3511296"/>
            <a:ext cx="32826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AmazonEKSWorkerNodePolicy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AmazonEKS_CNI_Policy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AmazonEC2ContainerRegistryReadOnly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069080"/>
            <a:ext cx="201168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4105656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Interchangeable?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77440" y="4069080"/>
            <a:ext cx="27432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0592" y="4105656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66360" y="4069080"/>
            <a:ext cx="342900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9512" y="4105656"/>
            <a:ext cx="3282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Required Node Policies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AWS managed policies are required on every EKS node role. This is standard playbook — AWS documents them explicitly. You won't discover them from error messages alone.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502920" cy="10789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728216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47218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AmazonEKSWorkerNodePolicy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18013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node register with the EKS cluster and report health status to the control plane.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213055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cannot register — they never appear in kubectl get nodes.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2606040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606040"/>
            <a:ext cx="502920" cy="10789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16936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26609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AmazonEKS_CNI_Policy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60120" y="29900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VPC CNI plugin manage network interfaces and assign IP addresses to pods.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960120" y="331927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cannot get IP addresses — all pod networking fails.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0040" y="3794760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3794760"/>
            <a:ext cx="502920" cy="10789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105656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384962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AmazonEC2ContainerRegistryReadOnly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60120" y="41788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node pull container images from Amazon ECR.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960120" y="450799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pod using an ECR image fails to start with ImagePullBackOff.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— Why Nodes Need Internet Access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worker nodes make outbound calls to three AWS service endpoints on startup. Without a route to the internet, they spin up, get no response, and fail after ~30 minutes.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7432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44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registers with the Kubernetes control plane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443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7432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44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828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pulls container images for your workloads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2487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443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371600"/>
            <a:ext cx="27432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4447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828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reports its own instance status to AWS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2487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443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8503920" cy="3474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1693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missing from the original main.tf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291840"/>
            <a:ext cx="32004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101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aws_internet_gateway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11880" y="33101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VPC a route out to the internet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630168"/>
            <a:ext cx="32004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484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aws_route_table  (0.0.0.0/0)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11880" y="36484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all non-VPC traffic to the IGW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968496"/>
            <a:ext cx="32004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867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aws_route_table_association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11880" y="39867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route table to both subnets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306824"/>
            <a:ext cx="32004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3251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map_public_ip_on_launch = true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11880" y="43251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public IPs to nodes so they can communicate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645152"/>
            <a:ext cx="32004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enable_dns_support/hostnames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11880" y="46634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nodes resolve AWS service endpoint hostnames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Error Messages — A Study in Contrast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AWS errors are equally helpful. Learning to read them is a core diagnostic skill.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1783080"/>
          </a:xfrm>
          <a:prstGeom prst="rect">
            <a:avLst/>
          </a:prstGeom>
          <a:solidFill>
            <a:srgbClr val="F0FFF4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1 — Caught immediately (IAM trust policy)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813816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00784"/>
            <a:ext cx="7955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InvalidParameterException: Following required service principals [ec2.amazonaws.com]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were not found in the trust relationships of nodeRole ...eks-cluster-role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Specific. Actionable. Tells you exactly what's missing and where. Fix is immediate.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154680"/>
            <a:ext cx="8503920" cy="1691640"/>
          </a:xfrm>
          <a:prstGeom prst="rect">
            <a:avLst/>
          </a:prstGeom>
          <a:solidFill>
            <a:srgbClr val="FFF5F5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18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2 — Surfaces after 30+ minutes (networking)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1381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0273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3E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NodeCreationFailure: Instances failed to join the kubernetes cluster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Vague. No cause. Requires systematic diagnosis — check IAM first, then networking.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Drift — When Terraform and AWS Disagree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drift happens when Terraform's state file records resources that no longer exist in AWS, or AWS has resources Terraform doesn't know about. It's a real operational concern.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402336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Causes in This Lab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session drops during long apply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rolls back a failed resource automatically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doesn't finish recording final state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deletion in the AWS console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71600"/>
            <a:ext cx="4023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081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Recover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1847088"/>
            <a:ext cx="2286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87452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state list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23760" y="18745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TF thinks exists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92040" y="2350008"/>
            <a:ext cx="2286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237744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eks list-clusters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23760" y="23774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AWS actually has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92040" y="2852928"/>
            <a:ext cx="2286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88036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refresh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23760" y="28803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state to reality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3355848"/>
            <a:ext cx="22860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383280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A5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destroy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23760" y="33832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what remains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749040"/>
            <a:ext cx="8503920" cy="68580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221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Never run terraform apply into drifted state without refreshing first.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may try to create resources that already exist or reference ones that are gone.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 — IAM Eventual Consistency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changes don't take effect globally and instantaneously. AWS replicates them across its systems, and there's a short window where a policy exists but hasn't propagated everywhere. depends_on forces Terraform to wait.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01168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created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50008" y="1719072"/>
            <a:ext cx="109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1B2A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68880" y="1554480"/>
            <a:ext cx="201168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600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attached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98848" y="1719072"/>
            <a:ext cx="109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1B2A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17720" y="1554480"/>
            <a:ext cx="201168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00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window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(seconds)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47688" y="1719072"/>
            <a:ext cx="109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1B2A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66560" y="1554480"/>
            <a:ext cx="2011680" cy="8229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600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group creates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(safe)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4023360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33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depends_on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99923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creates the role, attaches policies, and starts creating the node group simultaneously. If the node group initialises during the propagation window, nodes fail intermittently — a race condition that's nearly impossible to reproduce consistently.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560320"/>
            <a:ext cx="4023360" cy="1737360"/>
          </a:xfrm>
          <a:prstGeom prst="rect">
            <a:avLst/>
          </a:prstGeom>
          <a:solidFill>
            <a:srgbClr val="F0FFF4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633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depends_on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99923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waits until all three policy attachments are confirmed before creating the node group. The propagation window has passed. Nodes reliably join every time.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44622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between 'best practice' and 'required' collapses when the alternative is intermittent production failures.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Workspaces — Always Check First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are not EKS-specific. Checking your workspace before any terraform apply is standard operational discipline for any infrastructure with more than one environment.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32004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89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A5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workspace show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1389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two seconds. Always.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2743200" cy="1737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947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config, multiple state files. Lightest weight. Risk: easy to forget which one you're in.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874520"/>
            <a:ext cx="274320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1947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Dirs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3317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envs/dev/, envs/prod/ each with own .tf files. More isolation, more duplication.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874520"/>
            <a:ext cx="2743200" cy="17373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1947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Terragrunt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33172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tool managing per-environment configs. Standard in enterprise multi-account setups.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49040"/>
            <a:ext cx="850392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221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your workspace is always correct. Being in 'default' is sometimes correct — it depends on context. In a lab: fine. In a shared AWS account with a prod workspace sitting next to it: dangerous.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Resources Need IAM Roles?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resource needs a role. The pattern to learn: any resource that executes code or makes AWS API calls is a principal and needs an IAM role.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5603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35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298448"/>
            <a:ext cx="13716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335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Role?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298448"/>
            <a:ext cx="4434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33502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673352"/>
            <a:ext cx="25603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170992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/ EKS Node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1673352"/>
            <a:ext cx="13716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17099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1673352"/>
            <a:ext cx="44348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8264" y="170992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API calls — register, pull images, write logs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039112"/>
            <a:ext cx="25603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207568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0" y="2039112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80944" y="20756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2039112"/>
            <a:ext cx="4434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98264" y="207568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AWS resources on your behalf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404872"/>
            <a:ext cx="25603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24414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080" y="2404872"/>
            <a:ext cx="13716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80944" y="24414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43400" y="2404872"/>
            <a:ext cx="44348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98264" y="244144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code and needs permissions to do anything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2770632"/>
            <a:ext cx="25603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280720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Task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26080" y="2770632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80944" y="280720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2770632"/>
            <a:ext cx="4434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98264" y="280720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code — same as Lambda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136392"/>
            <a:ext cx="25603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" y="317296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26080" y="3136392"/>
            <a:ext cx="13716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80944" y="31729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43400" y="3136392"/>
            <a:ext cx="44348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98264" y="317296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network boundary — doesn't call APIs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3502152"/>
            <a:ext cx="25603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" y="353872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926080" y="3502152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80944" y="35387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343400" y="3502152"/>
            <a:ext cx="4434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98264" y="353872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CIDR range — does nothing on its own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3867912"/>
            <a:ext cx="25603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" y="390448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926080" y="3867912"/>
            <a:ext cx="13716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80944" y="39044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343400" y="3867912"/>
            <a:ext cx="44348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98264" y="390448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rules — passive enforcement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0040" y="4233672"/>
            <a:ext cx="25603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" y="42702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926080" y="4233672"/>
            <a:ext cx="1371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80944" y="427024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Sometimes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343400" y="4233672"/>
            <a:ext cx="44348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98264" y="427024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 itself doesn't need one, but anything accessing it does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0040" y="4599432"/>
            <a:ext cx="256032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4904" y="463600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Instance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926080" y="4599432"/>
            <a:ext cx="137160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80944" y="463600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Sometimes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343400" y="4599432"/>
            <a:ext cx="443484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98264" y="4636008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RDS doesn't need one — IAM auth and enhanced monitoring do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subtle mistake: a resource that has a role reference but points at the wrong role. Always follow the reference and check the trust policy.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0241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96926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role ≠ Node role. EKS trusts eks.amazonaws.com. EC2 nodes trust ec2.amazonaws.com. They cannot be swapped.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" y="1655064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69164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6112" y="163677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policies are mandatory on every EKS node role — Worker, CNI, ECR. Missing any one breaks a different subsystem.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47472" y="2322576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359152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6112" y="23042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is not optional. No Internet Gateway = no node registration, regardless of how correct your IAM is.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47472" y="2990088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026664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6112" y="29718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drift is real. terraform refresh reconciles Terraform state with AWS reality after failed or interrupted applies.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47472" y="3657600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369417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6112" y="363931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AWS errors are equal. IAM trust errors are immediate and specific. Node join failures are vague and need systematic diagnosis.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347472" y="4325112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4361688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96112" y="430682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your workspace. Always run terraform destroy. Two habits that prevent expensive mistakes.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078 — EKS Nodes Not Joining Cluster</dc:title>
  <dc:subject>PptxGenJS Presentation</dc:subject>
  <dc:creator>PptxGenJS</dc:creator>
  <cp:lastModifiedBy>PptxGenJS</cp:lastModifiedBy>
  <cp:revision>1</cp:revision>
  <dcterms:created xsi:type="dcterms:W3CDTF">2026-04-16T07:04:14Z</dcterms:created>
  <dcterms:modified xsi:type="dcterms:W3CDTF">2026-04-16T07:04:14Z</dcterms:modified>
</cp:coreProperties>
</file>