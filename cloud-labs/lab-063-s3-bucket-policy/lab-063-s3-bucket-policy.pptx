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502920"/>
            <a:ext cx="128016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LAB 063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Access Denied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A8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Policy Debugging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8412480" cy="182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BD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bugs. Two policy types. One golden rule.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291840"/>
            <a:ext cx="2651760" cy="41148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A8A7"/>
                </a:solidFill>
              </a:rPr>
              <a:t>Explicit Deny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3291840"/>
            <a:ext cx="2651760" cy="41148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A8A7"/>
                </a:solidFill>
              </a:rPr>
              <a:t>ARN Mismatch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291840"/>
            <a:ext cx="2651760" cy="41148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3291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A8A7"/>
                </a:solidFill>
              </a:rPr>
              <a:t>IAM + Bucket Policy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4805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06070"/>
                </a:solidFill>
              </a:rPr>
              <a:t>Cloud Engineer Labs  •  AWS / Terraform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Bucket Policy?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DD6"/>
                </a:solidFill>
              </a:rPr>
              <a:t>In AWS, two separate policies control S3 access. Both are evaluated on every request.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160520" cy="301752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627632"/>
            <a:ext cx="585216" cy="5852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5" y="1730045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6276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Bucket Policy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188720" y="1993392"/>
            <a:ext cx="109728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1993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Resource-based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2377440"/>
            <a:ext cx="3794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Attached directly to the S3 bucket. Controls who can access this bucket from the outside. Written in JSON. Lives on the bucket itself.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09160" y="1463040"/>
            <a:ext cx="4160520" cy="301752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19472" y="1627632"/>
            <a:ext cx="585216" cy="5852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885" y="1730045"/>
            <a:ext cx="380390" cy="38039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23560" y="16276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IAM Role Policy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5623560" y="1993392"/>
            <a:ext cx="109728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23560" y="1993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Identity-based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92040" y="2377440"/>
            <a:ext cx="37947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Attached to an IAM role or user. Controls what that identity is allowed to do. The role is what your EC2 instance or application assumes.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0A2A1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A0"/>
                </a:solidFill>
              </a:rPr>
              <a:t>Same-account rule: either policy can grant access — but an explicit Deny in either one always blocks.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Policy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DD6"/>
                </a:solidFill>
              </a:rPr>
              <a:t>Every policy is made up of statements. Each statement answers four questions: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023360" cy="3474720"/>
          </a:xfrm>
          <a:prstGeom prst="rect">
            <a:avLst/>
          </a:prstGeom>
          <a:solidFill>
            <a:srgbClr val="09152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447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"Effect": "Allow",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"Principal": {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267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"AWS": "arn:aws:iam::123:role/app"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420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8163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"Action": [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090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"s3:GetObject",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64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"s3:PutObject"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6393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9136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"Resource": "arn:aws:s3:::bucket/*"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1879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325880"/>
            <a:ext cx="4297680" cy="749808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444752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3051" y="1534363"/>
            <a:ext cx="332842" cy="33284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257800" y="13807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A8A7"/>
                </a:solidFill>
              </a:rPr>
              <a:t>Effect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257800" y="167335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Allow or Deny — what this statement does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0" y="2194560"/>
            <a:ext cx="4297680" cy="749808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663440" y="2313432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3051" y="2403043"/>
            <a:ext cx="332842" cy="33284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57800" y="224942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A8A7"/>
                </a:solidFill>
              </a:rPr>
              <a:t>Principal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257800" y="254203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Who this applies to — a role, user, or * for everyone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572000" y="3063240"/>
            <a:ext cx="4297680" cy="749808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663440" y="3182112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051" y="3271723"/>
            <a:ext cx="332842" cy="33284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257800" y="31181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A8A7"/>
                </a:solidFill>
              </a:rPr>
              <a:t>Action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5257800" y="341071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Which S3 operations are covered — Get, Put, List etc.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572000" y="3931920"/>
            <a:ext cx="4297680" cy="749808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663440" y="4050792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3051" y="4140403"/>
            <a:ext cx="332842" cy="33284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257800" y="39867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A8A7"/>
                </a:solidFill>
              </a:rPr>
              <a:t>Resource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5257800" y="427939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Which bucket or objects this applies to — the ARN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Actions — What Do They Actually Mean?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91440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Level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91440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Plain English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261872"/>
            <a:ext cx="859536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1344168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601" y="1414577"/>
            <a:ext cx="261518" cy="26151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133502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8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s3:ListBucket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08960" y="1371600"/>
            <a:ext cx="1097280" cy="329184"/>
          </a:xfrm>
          <a:prstGeom prst="rect">
            <a:avLst/>
          </a:prstGeom>
          <a:solidFill>
            <a:srgbClr val="3D2800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08960" y="1371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Bucket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297680" y="1335024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See what files exist in the bucket — like looking at a folder's contents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1874520"/>
            <a:ext cx="8595360" cy="566928"/>
          </a:xfrm>
          <a:prstGeom prst="rect">
            <a:avLst/>
          </a:prstGeom>
          <a:solidFill>
            <a:srgbClr val="111E2E"/>
          </a:solidFill>
          <a:ln w="12700">
            <a:solidFill>
              <a:srgbClr val="111E2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3192" y="1956816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1" y="2027225"/>
            <a:ext cx="261518" cy="26151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914400" y="194767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8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s3:GetObject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108960" y="1984248"/>
            <a:ext cx="1097280" cy="329184"/>
          </a:xfrm>
          <a:prstGeom prst="rect">
            <a:avLst/>
          </a:prstGeom>
          <a:solidFill>
            <a:srgbClr val="0A2A1A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108960" y="19842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</a:rPr>
              <a:t>Object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297680" y="1947672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Download / read a specific file from the bucket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274320" y="2487168"/>
            <a:ext cx="859536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93192" y="2569464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1" y="2639873"/>
            <a:ext cx="261518" cy="26151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14400" y="2560320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8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s3:PutObject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3108960" y="2596896"/>
            <a:ext cx="1097280" cy="329184"/>
          </a:xfrm>
          <a:prstGeom prst="rect">
            <a:avLst/>
          </a:prstGeom>
          <a:solidFill>
            <a:srgbClr val="0A2A1A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108960" y="25968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</a:rPr>
              <a:t>Object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297680" y="256032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Upload / write a file into the bucket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274320" y="3099816"/>
            <a:ext cx="8595360" cy="566928"/>
          </a:xfrm>
          <a:prstGeom prst="rect">
            <a:avLst/>
          </a:prstGeom>
          <a:solidFill>
            <a:srgbClr val="111E2E"/>
          </a:solidFill>
          <a:ln w="12700">
            <a:solidFill>
              <a:srgbClr val="111E2E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93192" y="3182112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1" y="3252521"/>
            <a:ext cx="261518" cy="26151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4400" y="3172968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8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s3:DeleteObject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3108960" y="3209544"/>
            <a:ext cx="1097280" cy="329184"/>
          </a:xfrm>
          <a:prstGeom prst="rect">
            <a:avLst/>
          </a:prstGeom>
          <a:solidFill>
            <a:srgbClr val="0A2A1A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108960" y="320954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6EFAC"/>
                </a:solidFill>
              </a:rPr>
              <a:t>Object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4297680" y="3172968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Delete a specific file from the bucket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274320" y="3712464"/>
            <a:ext cx="8595360" cy="56692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393192" y="3794760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1" y="3865169"/>
            <a:ext cx="261518" cy="26151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14400" y="378561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8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s3:GetBucketLocation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3108960" y="3822192"/>
            <a:ext cx="1097280" cy="329184"/>
          </a:xfrm>
          <a:prstGeom prst="rect">
            <a:avLst/>
          </a:prstGeom>
          <a:solidFill>
            <a:srgbClr val="3D2800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3108960" y="382219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Bucket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4297680" y="3785616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Find out which AWS region the bucket lives in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274320" y="4325112"/>
            <a:ext cx="8595360" cy="566928"/>
          </a:xfrm>
          <a:prstGeom prst="rect">
            <a:avLst/>
          </a:prstGeom>
          <a:solidFill>
            <a:srgbClr val="111E2E"/>
          </a:solidFill>
          <a:ln w="12700">
            <a:solidFill>
              <a:srgbClr val="111E2E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393192" y="4407408"/>
            <a:ext cx="402336" cy="40233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01" y="4477817"/>
            <a:ext cx="261518" cy="261518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914400" y="4398264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A8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s3:GetBucketPolicy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3108960" y="4434840"/>
            <a:ext cx="1097280" cy="329184"/>
          </a:xfrm>
          <a:prstGeom prst="rect">
            <a:avLst/>
          </a:prstGeom>
          <a:solidFill>
            <a:srgbClr val="3D2800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3108960" y="4434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DE68A"/>
                </a:solidFill>
              </a:rPr>
              <a:t>Bucket</a:t>
            </a:r>
            <a:endParaRPr lang="en-US" sz="1100" dirty="0"/>
          </a:p>
        </p:txBody>
      </p:sp>
      <p:sp>
        <p:nvSpPr>
          <p:cNvPr id="50" name="Text 42"/>
          <p:cNvSpPr/>
          <p:nvPr/>
        </p:nvSpPr>
        <p:spPr>
          <a:xfrm>
            <a:off x="4297680" y="4398264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Read the JSON policy document attached to the bucket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S3 ARN Types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DD6"/>
                </a:solidFill>
              </a:rPr>
              <a:t>S3 is unusual — different actions operate on different resource types. Using the wrong ARN either causes a deploy error or silently denies access.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4160520" cy="3383280"/>
          </a:xfrm>
          <a:prstGeom prst="rect">
            <a:avLst/>
          </a:prstGeom>
          <a:solidFill>
            <a:srgbClr val="162535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627632"/>
            <a:ext cx="585216" cy="5852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5" y="1730045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6276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Bucket ARN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148840"/>
            <a:ext cx="3794760" cy="384048"/>
          </a:xfrm>
          <a:prstGeom prst="rect">
            <a:avLst/>
          </a:prstGeom>
          <a:solidFill>
            <a:srgbClr val="091520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148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arn:aws:s3:::bucket-name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65176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Actions that use this: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292608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s3:ListBucket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1821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s3:GetBucketLocation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343814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s3:GetBucketPolicy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06908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Points to the cabinet itself — use for actions that ask questions about the bucket as a whole.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709160" y="1463040"/>
            <a:ext cx="4160520" cy="3383280"/>
          </a:xfrm>
          <a:prstGeom prst="rect">
            <a:avLst/>
          </a:prstGeom>
          <a:solidFill>
            <a:srgbClr val="16253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73752" y="1627632"/>
            <a:ext cx="585216" cy="5852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165" y="1730045"/>
            <a:ext cx="380390" cy="38039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23560" y="162763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Object ARN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4892040" y="2148840"/>
            <a:ext cx="3794760" cy="384048"/>
          </a:xfrm>
          <a:prstGeom prst="rect">
            <a:avLst/>
          </a:prstGeom>
          <a:solidFill>
            <a:srgbClr val="091520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92040" y="21488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arn:aws:s3:::bucket-name/*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892040" y="265176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Actions that use this: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892040" y="292608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s3:GetObject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892040" y="318211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s3:PutObject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892040" y="343814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s3:DeleteObject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4892040" y="406908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Points to files inside the cabinet — use for actions that read, write, or delete individual files.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73152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BUG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Explicit Deny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4160520" cy="1691640"/>
          </a:xfrm>
          <a:prstGeom prst="rect">
            <a:avLst/>
          </a:prstGeom>
          <a:solidFill>
            <a:srgbClr val="1A080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BROKEN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    = "Deny"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49047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 = "*"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74650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   = ["s3:GetObject",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00253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"s3:PutObject"]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25856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 = ".../*"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664208"/>
            <a:ext cx="4572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5087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C7B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120640" y="914400"/>
            <a:ext cx="3749040" cy="1691640"/>
          </a:xfrm>
          <a:prstGeom prst="rect">
            <a:avLst/>
          </a:prstGeom>
          <a:solidFill>
            <a:srgbClr val="0A1A0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914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FIXED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123444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Effect    = "Allow"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149047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Principal = {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174650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AWS = aws_iam_role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57800" y="200253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.app_role.arn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225856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2697480" cy="201168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30452" y="2980944"/>
            <a:ext cx="585216" cy="5852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2865" y="3083357"/>
            <a:ext cx="380390" cy="38039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11480" y="36576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"*" means everyone — your admin user, the app role, a stranger on the internet. All blocked.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172968" y="2834640"/>
            <a:ext cx="2697480" cy="201168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29100" y="2980944"/>
            <a:ext cx="585216" cy="5852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513" y="3083357"/>
            <a:ext cx="380390" cy="38039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310128" y="36576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An explicit Deny always overrides every Allow. Adding more Allows will never fix it.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071616" y="2834640"/>
            <a:ext cx="2697480" cy="201168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127748" y="2980944"/>
            <a:ext cx="585216" cy="5852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0161" y="3083357"/>
            <a:ext cx="380390" cy="38039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208776" y="365760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Fixing to Allow with a specific role ARN grants access only to the app — principle of least privilege.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731520" cy="457200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BUG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ListBucket Aimed at the Wrong Resource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solidFill>
            <a:srgbClr val="1A0D00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64692"/>
            <a:ext cx="402336" cy="402336"/>
          </a:xfrm>
          <a:prstGeom prst="ellipse">
            <a:avLst/>
          </a:prstGeom>
          <a:solidFill>
            <a:srgbClr val="D4680A"/>
          </a:solidFill>
          <a:ln w="12700">
            <a:solidFill>
              <a:srgbClr val="D4680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9" y="103510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914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MalformedPolicy: Action does not apply to any resource(s) in statement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74320" y="1508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BDD6"/>
                </a:solidFill>
              </a:rPr>
              <a:t>This error appears at terraform apply — before any resources are created. AWS validates Action/Resource pairs server-side.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4320" y="1920240"/>
            <a:ext cx="4023360" cy="1280160"/>
          </a:xfrm>
          <a:prstGeom prst="rect">
            <a:avLst/>
          </a:prstGeom>
          <a:solidFill>
            <a:srgbClr val="1A0D00"/>
          </a:solidFill>
          <a:ln w="12700">
            <a:solidFill>
              <a:srgbClr val="D468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680A"/>
                </a:solidFill>
              </a:rPr>
              <a:t>BROKEN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11480" y="2240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  = ["s3:ListBucket"]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= ".../*"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28346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680A"/>
                </a:solidFill>
              </a:rPr>
              <a:t>↑ Object ARN — wrong level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434840" y="2331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C7B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4983480" y="1920240"/>
            <a:ext cx="3886200" cy="1280160"/>
          </a:xfrm>
          <a:prstGeom prst="rect">
            <a:avLst/>
          </a:prstGeom>
          <a:solidFill>
            <a:srgbClr val="0A1A0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83480" y="1920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FIXED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  = ["s3:ListBucket"]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120640" y="25420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= bucket.arn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120640" y="28346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7A4A"/>
                </a:solidFill>
              </a:rPr>
              <a:t>↑ Bare bucket ARN — correct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3337560"/>
            <a:ext cx="4160520" cy="150876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75488" y="3493008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" y="3582619"/>
            <a:ext cx="332842" cy="33284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1188720" y="3456432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ListBucket asks about the bucket itself — "what files are in here?" It needs the bucket ARN.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4663440" y="3337560"/>
            <a:ext cx="4160520" cy="150876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864608" y="3493008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4219" y="3582619"/>
            <a:ext cx="332842" cy="33284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577840" y="3456432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This bug surfaces immediately at deploy time as MalformedPolicy — AWS won't accept it at all.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01168"/>
            <a:ext cx="7315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BUG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" y="228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Policy Resource Is Too Narrow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BDD6"/>
                </a:solidFill>
              </a:rPr>
              <a:t>The IAM policy grants three actions but the Resource field only covers the bucket — not the objects inside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4023360" cy="1920240"/>
          </a:xfrm>
          <a:prstGeom prst="rect">
            <a:avLst/>
          </a:prstGeom>
          <a:solidFill>
            <a:srgbClr val="1A080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25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BROKEN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6420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= [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91109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"s3:GetObject",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1579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"s3:PutObject",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4048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"s3:ListBucket"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6517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89864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= bucket.arn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14553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Only bucket — no objects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148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E7C7B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983480" y="1325880"/>
            <a:ext cx="3886200" cy="1920240"/>
          </a:xfrm>
          <a:prstGeom prst="rect">
            <a:avLst/>
          </a:prstGeom>
          <a:solidFill>
            <a:srgbClr val="0A1A0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325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FIXED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1664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 = [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19110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bucket.arn,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20640" y="21579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covers ListBucket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404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"${bucket.arn}/*"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6517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covers Get + 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2898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429000"/>
            <a:ext cx="8595360" cy="141732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" y="3845052"/>
            <a:ext cx="585216" cy="5852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5" y="3947465"/>
            <a:ext cx="380390" cy="38039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97280" y="354787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A8A7"/>
                </a:solidFill>
              </a:rPr>
              <a:t>Why both ARNs are needed in one policy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1097280" y="388620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8E8"/>
                </a:solidFill>
              </a:rPr>
              <a:t>The IAM policy grants three actions — ListBucket (bucket-level) and GetObject/PutObject (object-level). Each action type needs a different ARN pattern. If you only list one, the actions for the other level are silently denied.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 of AWS IAM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960120"/>
            <a:ext cx="7680960" cy="1280160"/>
          </a:xfrm>
          <a:prstGeom prst="rect">
            <a:avLst/>
          </a:prstGeom>
          <a:solidFill>
            <a:srgbClr val="1A080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8408" y="1252728"/>
            <a:ext cx="694944" cy="69494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023" y="137434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0515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CA5A5"/>
                </a:solidFill>
              </a:rPr>
              <a:t>An explicit Deny always wins.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920240" y="1508760"/>
            <a:ext cx="6309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D8E8"/>
                </a:solidFill>
              </a:rPr>
              <a:t>It overrides every Allow — in any policy, anywhere, with no exceptions.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" y="2423160"/>
            <a:ext cx="2697480" cy="246888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03020" y="2606040"/>
            <a:ext cx="640080" cy="640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034" y="2718054"/>
            <a:ext cx="416052" cy="4160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" y="33375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8A7"/>
                </a:solidFill>
              </a:rPr>
              <a:t>Adding more Allows won't help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11480" y="3794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If there's an explicit Deny blocking you, no amount of Allow statements will fix it. You must change the Deny itself.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172968" y="2423160"/>
            <a:ext cx="2697480" cy="246888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201668" y="2606040"/>
            <a:ext cx="640080" cy="640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3682" y="2718054"/>
            <a:ext cx="416052" cy="41605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310128" y="33375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8A7"/>
                </a:solidFill>
              </a:rPr>
              <a:t>Always check for Denies first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310128" y="3794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When debugging access issues, scan every policy for Effect: Deny before anything else. It's the most destructive thing to miss.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071616" y="2423160"/>
            <a:ext cx="2697480" cy="246888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00316" y="2606040"/>
            <a:ext cx="640080" cy="6400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330" y="2718054"/>
            <a:ext cx="416052" cy="4160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08776" y="33375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A8A7"/>
                </a:solidFill>
              </a:rPr>
              <a:t>Principal: "*" is dangerous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208776" y="379476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8E8"/>
                </a:solidFill>
              </a:rPr>
              <a:t>A Deny with Principal "*" blocks everyone — including your own admin user and any role in the account.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Debug S3 Access Denied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123444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307592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0332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8A7"/>
                </a:solidFill>
              </a:rPr>
              <a:t>Run terraform apply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39903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MalformedPolicy at deploy time? → Action/Resource mismatch in the policy. Fix it before anything else.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4206240" cy="123444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679192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404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8A7"/>
                </a:solidFill>
              </a:rPr>
              <a:t>Check who you're running 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77063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aws sts get-caller-identity — confirm the right identity is active before blaming the policies.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703320"/>
            <a:ext cx="4206240" cy="123444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4050792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7764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8A7"/>
                </a:solidFill>
              </a:rPr>
              <a:t>Hunt for explicit Denies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14223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Scan every Statement for Effect: Deny. An explicit Deny overrides everything. Fix it first.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960120"/>
            <a:ext cx="4206240" cy="123444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18888" y="1307592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1307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10332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8A7"/>
                </a:solidFill>
              </a:rPr>
              <a:t>Check Action vs ARN type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40680" y="139903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For every action, check: is the Resource the right level? Bucket actions need bare ARN. Object actions need /*.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331720"/>
            <a:ext cx="4206240" cy="123444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18888" y="2679192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40680" y="24048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8A7"/>
                </a:solidFill>
              </a:rPr>
              <a:t>Check IAM policy coverage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277063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Does the IAM policy Resource cover both the bucket ARN and the object ARN (/*) for all the actions it grants?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703320"/>
            <a:ext cx="4206240" cy="123444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8888" y="4050792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40507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377647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8A7"/>
                </a:solidFill>
              </a:rPr>
              <a:t>Verify after each fix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4142232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8E8"/>
                </a:solidFill>
              </a:rPr>
              <a:t>Fix one bug at a time. Apply, test, observe. Kubernetes-style — watch how each fix changes the error.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Rules to Remember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59436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33272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332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014984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</a:rPr>
              <a:t>Explicit Deny always wins — overrides every Allow, in any policy, no exceptions.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636776"/>
            <a:ext cx="8595360" cy="59436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" y="1709928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709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69164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</a:rPr>
              <a:t>S3 has two ARN types — bare bucket ARN for bucket actions, /*  for object actions.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313432"/>
            <a:ext cx="8595360" cy="59436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386584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386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368296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</a:rPr>
              <a:t>IAM policies need both ARN patterns when granting both bucket-level and object-level actions.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990088"/>
            <a:ext cx="8595360" cy="59436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3063240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304495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A8A7"/>
                </a:solidFill>
              </a:rPr>
              <a:t>Same-account: either policy can grant access. Cross-account: both must grant access.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3666744"/>
            <a:ext cx="8595360" cy="59436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3739896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7398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" y="3721608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</a:rPr>
              <a:t>Principal "*" with Deny blocks everyone — including your own admin user.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162535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4416552"/>
            <a:ext cx="438912" cy="43891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4398264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B5FD"/>
                </a:solidFill>
              </a:rPr>
              <a:t>Know your error signals: MalformedPolicy = deploy-time mismatch. 'Explicit deny' in error = active Deny statement.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063 — S3 Access Denied: Bucket Policy Debugging</dc:title>
  <dc:subject>PptxGenJS Presentation</dc:subject>
  <dc:creator>PptxGenJS</dc:creator>
  <cp:lastModifiedBy>PptxGenJS</cp:lastModifiedBy>
  <cp:revision>1</cp:revision>
  <dcterms:created xsi:type="dcterms:W3CDTF">2026-03-11T09:33:17Z</dcterms:created>
  <dcterms:modified xsi:type="dcterms:W3CDTF">2026-03-11T09:33:17Z</dcterms:modified>
</cp:coreProperties>
</file>