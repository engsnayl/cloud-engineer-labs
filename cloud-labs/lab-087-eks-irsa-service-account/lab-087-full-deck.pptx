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IRSA Misconfigured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a broken IAM Roles for Service Accounts chain end-to-end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2704" y="43891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Naylor  |  Cloud Engineer Labs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you've been handed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INCIDENT-EKS-001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10332720" cy="411480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031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2103120"/>
            <a:ext cx="8686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pod logs showing: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"Unable to locate credentials"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"AccessDeniedException" when calling S3 and DynamoDB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IRSA was configured last sprint but never tested properly.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Get the pod working.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Security team wants the IAM policy tightened before they sign off.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context. You've got the Terraform repo. Now what?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2 / 28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IRSA exists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two-worlds problem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about: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Pods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ServiceAccounts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Namespaces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concept of identity.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never heard of your IAM role.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92240" y="182880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031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720840" y="29260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about: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IAM users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IAM roles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Access keys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concept of identity.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never heard of your pod.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How do you let a pod call AWS without baking long-lived AWS keys into the container?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3 / 28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identity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03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handshake between Kubernetes and AWS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310896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signs a piece of paper saying </a:t>
            </a:r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"I, this cluster, vouch that this pod is app-service-account."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hands that paper to AWS.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— pre-configured to trust this cluster's signature — reads the paper, agrees the pod is who it claims to be, and hands back temporary AWS credentials.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uses temporary credentials to call S3, DynamoDB, etc. </a:t>
            </a:r>
            <a:pPr indent="0" marL="0">
              <a:buNone/>
            </a:pPr>
            <a:r>
              <a:rPr lang="en-US" sz="15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expire after 1 hour. Rotated automatically.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pod NEVER sees a long-lived AWS access key.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4 / 28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pieces of jargon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OIDC, JWT, STS in plain English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3749040" cy="4297680"/>
          </a:xfrm>
          <a:prstGeom prst="roundRect">
            <a:avLst>
              <a:gd name="adj" fmla="val 243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03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OpenID Connect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20040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federated trust.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internet standard. The same protocol behind "Sign in with Google".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issuer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entity signing the papers — your EKS cluster.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1828800"/>
            <a:ext cx="3749040" cy="4297680"/>
          </a:xfrm>
          <a:prstGeom prst="roundRect">
            <a:avLst>
              <a:gd name="adj" fmla="val 243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031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2103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52628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26280" y="320040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signed paper.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base64-encoded, with a cryptographic signature on the end.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parts: </a:t>
            </a:r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header.payload.signature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1828800"/>
            <a:ext cx="3749040" cy="4297680"/>
          </a:xfrm>
          <a:prstGeom prst="roundRect">
            <a:avLst>
              <a:gd name="adj" fmla="val 243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1031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2103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36676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Token Service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66760" y="320040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 that issues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credentials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calls 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sts:AssumeRoleWithWebIdentity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its JWT.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 validates the token and hands back temporary access keys (1-hour TTL).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5 / 28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claims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inside the signed paper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4297680"/>
          </a:xfrm>
          <a:prstGeom prst="roundRect">
            <a:avLst>
              <a:gd name="adj" fmla="val 212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payload from this lab's JWT (base64 → JSON):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0058400" cy="164592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"aud": ["sts.amazonaws.com"],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"exp": 1777281819,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"iss": "https://oidc.eks.eu-west-2.amazonaws.com/id/443D5067F61A...",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"sub": "system:serviceaccount:default:app-service-account",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"kubernetes.io": { ... pod, namespace, node provenance ...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audience. Who this token is intended for. Must match OIDC provider's client_id_list.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issuer. Who signed it. AWS uses this to find the matching OIDC provider.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subject. Who this token belongs to. Trust policy conditions match against this.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expiry. AWS rejects expired tokens. EKS rotates these every hour.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6 / 28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IRSA flow end-to-end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place a bug can break the chain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3736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starts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sees SA annotation. Injects AWS_ROLE_ARN, AWS_WEB_IDENTITY_TOKEN_FILE. Mounts JWT.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37744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calls AWS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331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SDK sees env vars → IRSA mode.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01752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reads token file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2971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signed by EKS cluster's OIDC issuer.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56616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65760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calls STS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AssumeRoleWithWebIdentity with JWT. "Give me creds for eks-app-role."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20624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2976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251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 validates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0" y="4251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issuer → OIDC provider. Check signature. Check aud in client_id_list. Check trust policy conditions.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84632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493776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4892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 issues creds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57600" y="4892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temporary AWS credentials returned to pod.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48640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557784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577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71600" y="5532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rotation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57600" y="5532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rotates JWT every hour. SDK refreshes creds transparently.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7 / 28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passport-at-border analogy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explain IRSA in 30 seconds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document proving your identity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OIDC issuer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Passport-issuing country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0" y="3703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Vouches for your identity, signs the document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1480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control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0" y="4206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whether to let you in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4709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trust policy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114800" y="4709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rules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0" y="4709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accept passports from this cluster, but only for default/app-service-account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400" y="5212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AWS credentials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114800" y="5212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stamp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0" y="5212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Time-limited authorisation to act inside the country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8 / 28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bugs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bug breaks the IRSA chain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938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manifests/serviceaccount.yaml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6916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annotation key (kube2iam-style)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193852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doesn't recognise pod as IRSA — no env vars injected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542032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4505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manifests/pod.yaml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45059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uses 'default' SA, not app-service-account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26974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SA's annotation gets read (or none) — no env vars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63824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300984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3009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209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3456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 — OIDC provider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320954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client_id_list = ['ec2.amazonaws.com']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80560" y="345643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provider rejects JWT — wrong audience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22776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059936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0599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39684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4215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 — trust policy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0560" y="396849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keys = 'oidc.eks:sub' (gibberish prefix)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80560" y="421538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policy can't evaluate JWT claims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81728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818888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188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88720" y="47274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88720" y="49743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 — trust policy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472744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 condition = 'ec2.amazonaws.com'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80560" y="497433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policy aud check fails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440680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5577840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577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188720" y="5486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88720" y="57332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 — IAM policy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480560" y="54864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= '*' (wildcard)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480560" y="573328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can read/write every bucket and table in the account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9 / 28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Reproduce the failure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edit until you've seen it fail with your own eyes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broken state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apply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 complete!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Resources: 35 added.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(~15 mins — EKS clusters are slow)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0" y="274320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start editing code without seeing the failure yourself, you're guessing.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also need to know: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Does terraform apply succeed?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Does the pod start?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Does it start and fail at runtime?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succeeds. So the failure is at runtime, not at provisioning.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10 / 28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Wire up kubectl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running on a fresh EKS cluster?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kubectl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eks update-kubeconfig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--name $(terraform output -raw cluster_name)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--region $(terraform output -raw region)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get nodes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ip-10-0-1-16... Ready 4m40s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hierarchy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0" y="274320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Node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t3.small EC2)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 Pod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└ Container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pod is a thin wrapper around 1+ containers that share network/disk. 99% of pods have 1 container.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 -A shows all namespaces. EKS auto-installs CoreDNS, aws-node (CNI), kube-proxy.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11 / 28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Apply manifests with real values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substitution, then kubectl apply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outputs into YAML, then apply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10332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ROLE_ARN=$(terraform output -raw app_role_arn)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BUCKET=$(terraform output -raw s3_bucket_name)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TABLE=$(terraform output -raw dynamodb_table_name)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sed -i "s|REPLACE_WITH_ROLE_ARN|$ROLE_ARN|" manifests/serviceaccount.yaml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sed -i "s|REPLACE_WITH_BUCKET_NAME|$BUCKET|" manifests/pod.yaml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sed -i "s|REPLACE_WITH_TABLE_NAME|$TABLE|" manifests/pod.yaml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-c REPLACE manifests/*.yaml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manifests/pod.yaml:0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manifests/serviceaccount.yaml:0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apply -f manifests/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sed not edit-by-hand? Repeatable, scriptable, no risk of typos in long ARNs.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12 / 28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Watch the pod fail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diagnostic: read the actual error message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57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logs app-pod -n default --tail=20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Sun Apr 26 09:08:57 UTC 2026 ===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Testing S3 ---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aws: [ERROR]: An error occurred (NoCredentials):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Unable to locate credentials.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call failed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Testing DynamoDB ---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aws: [ERROR]: An error occurred (NoCredentials):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Unable to locate credentials.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5029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you: 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pod is running. Not crashing. The AWS SDK looked for credentials in env vars, ~/.aws/credentials, IRSA web identity token, EC2 IMDS — and found nothing.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question: 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IRSA, the SDK needs AWS_ROLE_ARN + AWS_WEB_IDENTITY_TOKEN_FILE env vars. Are they there?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13 / 28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smoking-gun diagnostic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exec to inspect pod env vars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057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 — broken state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exec app-pod -n default -- env | grep -i aws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AWS_REGION=eu-west-2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84048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env var.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AWS_ROLE_ARN, no token file path.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hasn't recognised this pod as IRSA at all.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2057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 — IRSA recognised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9224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exec app-pod -n default -- env | grep -i aws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92240" y="31089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AWS_REGION=eu-west-2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AWS_STS_REGIONAL_ENDPOINTS=regional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AWS_ROLE_ARN=arn:aws:iam::...:role/eks-app-role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AWS_WEB_IDENTITY_TOKEN_FILE=/var/run/secrets/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eks.amazonaws.com/serviceaccount/token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92240" y="47548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env vars.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now recognises pod, injected ROLE_ARN + token file, SDK can do IRSA mode.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14 / 28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1 + 2 — The Kubernetes side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 annotation + Pod's SA reference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1: Wrong annotation key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iam.amazonaws.com/role: ...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eks.amazonaws.com/role-arn: 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9377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iam.amazonaws.com/role is a kube2iam annotation — a deprecated 3rd-party tool. EKS IRSA only watches for eks.amazonaws.com/role-arn.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2: Pod uses 'default' SA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serviceAccountName: default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serviceAccountName: app-service-account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49377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namespace has a built-in 'default' SA. Pod gets bound to it if no serviceAccountName specified. Whoever wrote this either forgot to set it, or thought 'default' meant the app SA.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15 / 28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 to avoid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accidentally edit the namespace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4297680"/>
          </a:xfrm>
          <a:prstGeom prst="roundRect">
            <a:avLst>
              <a:gd name="adj" fmla="val 212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03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keys that look similar are easy to confuse under pressure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app-service-account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default                 </a:t>
            </a:r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keep this as 'default'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annotations: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eks.amazonaws.com/role-arn: arn:aws:iam::...:role/eks-app-role</a:t>
            </a:r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only this line changes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8463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accidentally change namespace to 'app-service-account':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You'd create the SA in a non-existent namespace.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pod (in 'default') would still have no annotated SA.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Trust policy expects 'system:serviceaccount:default:app-service-account' — namespace mismatch breaks IRSA at the trust-policy stage even when everything else is right.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16 / 28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error after K8s fix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Progress, but a different breakage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4297680"/>
          </a:xfrm>
          <a:prstGeom prst="roundRect">
            <a:avLst>
              <a:gd name="adj" fmla="val 212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(NoCredentials) Unable to locate credentials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(InvalidIdentityToken) Incorrect token audience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change carefully: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 now HAS IRSA env vars (4 vars instead of 1).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SDK successfully read the token and called 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STS rejected it because the token's 'aud' claim doesn't match what the OIDC provider's client_id_list accepts.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moved one layer down the chain. K8s side is wired up — AWS side is the next bug.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17 / 28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 — OIDC provider client_id_list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doesn't accept the token's audience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— decode the JWT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exec app-pod -n default -- sh -c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'cat /var/run/secrets/eks.amazonaws.com/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serviceaccount/token | cut -d. -f2 | base64 -d'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"aud": ["sts.amazonaws.com"], 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what JWT says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"iss": "https://oidc.eks...",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AWS-side bug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iam get-open-id-connect-provider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--open-id-connect-provider-arn arn:aws:iam::...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"ClientIDList": ["ec2.amazonaws.com"]   </a:t>
            </a:r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bug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 main.tf: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client_id_list = ["sts.amazonaws.com"]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gotcha: &lt;arn-from-above&gt; isn't a placeholder syntax — '&lt;' is shell input redirection. Always paste the literal ARN.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18 / 28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new error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validation passes, trust policy now refusing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4297680"/>
          </a:xfrm>
          <a:prstGeom prst="roundRect">
            <a:avLst>
              <a:gd name="adj" fmla="val 212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(InvalidIdentityToken) Incorrect token audience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(AccessDenied) Not authorized to perform sts:AssumeRoleWithWebIdentity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change carefully: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OIDC provider now accepts the token's aud claim. (Fixed bug 3.)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STS now finds the matching OIDC provider, validates the JWT signature.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then reads the IAM role's trust policy — and the conditions in it don't match the JWT's claims.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moved another layer. OIDC validation OK → trust policy is the problem.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19 / 28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4 + 5 — Trust policy conditions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bugs in one Condition block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1247120" cy="4572000"/>
          </a:xfrm>
          <a:prstGeom prst="roundRect">
            <a:avLst>
              <a:gd name="adj" fmla="val 2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iam get-role --role-name eks-app-role  →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"Condition":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"StringEquals":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"oidc.eks:sub": "system:serviceaccount:default:app-service-account",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"oidc.eks:aud": "ec2.amazonaws.com"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4 — condition key prefix is gibberish.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'oidc.eks:sub' isn't any real OIDC issuer. It must be the cluster's full OIDC issuer URL (without https://) followed by ':sub' or ':aud'.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5 — aud value is wrong.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root cause as bug 3 — IRSA tokens are for STS, not EC2. Two manifestations of the same misunderstanding.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Terraform interpolation: ${local.oidc_issuer_stripped}:sub  /  :aud, with aud = sts.amazonaws.com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20 / 28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interpolation, not hardcoded URLs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Repeatability, portability, readability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4297680"/>
          </a:xfrm>
          <a:prstGeom prst="roundRect">
            <a:avLst>
              <a:gd name="adj" fmla="val 212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— hardcoded: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"oidc.eks.eu-west-2.amazonaws.com/id/443D5067F6...:sub" = "system:..."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interpolated: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"${local.oidc_issuer_stripped}:sub" = "system:..."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terraform destroy + apply gives you a new EKS cluster with a new OIDC issuer ID. The local recomputes; a hardcoded URL is now stale.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same code works in any region, any account.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variable name tells you what it is. A long hex URL doesn't.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21 / 28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IRSA chain working end-to-end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functional bugs fixed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3657600"/>
          </a:xfrm>
          <a:prstGeom prst="roundRect">
            <a:avLst>
              <a:gd name="adj" fmla="val 25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57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logs app-pod -n default --tail=10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Sun Apr 26 09:38:42 UTC 2026 ===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Testing S3 ---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2026-04-26 09:30:00          0 test-object.txt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Testing DynamoDB ---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{"Item": {"id": {"S": "test-id"}, "value": {"S": "hello from irsa lab"}}}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list works.  DynamoDB read works.  The full IRSA chain is wired up.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ticket isn't closed yet — security still wants the IAM policy tightened.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22 / 28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6 — The security finding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resources are an audit failure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wildcard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Statement = [{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= ["s3:GetObject", "s3:PutObject", ...]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 = "*"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= ["dynamodb:GetItem", ...]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 = "*"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9377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4983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compromise = full account compromise of S3 and DynamoDB.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scoped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92240" y="24688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Statement = [{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= [...]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 =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aws_s3_bucket.app_data.arn,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"${aws_s3_bucket.app_data.arn}/*"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= [...]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 = aws_dynamodb_table.app_state.arn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669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5715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can only touch this one bucket and this one table.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23 / 28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S3 needs two ARNs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vs object — different resource levels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4297680"/>
          </a:xfrm>
          <a:prstGeom prst="roundRect">
            <a:avLst>
              <a:gd name="adj" fmla="val 212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 format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identifies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that need 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arn:aws:s3:::bucket-name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 itself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s3:ListBucket, s3:GetBucketLocation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arn:aws:s3:::bucket-name/*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inside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s3:GetObject, s3:PutObject, s3:DeleteObject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takeaway:  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the bucket ARN, GetObject fails because no object matches. With only the wildcard ARN, ListBucket fails because the bucket isn't an object. You need both.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doesn't have this split — items are accessed via the table's ARN. One ARN covers everything.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24 / 28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chain you walked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error message points at the next layer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1247120" cy="4572000"/>
          </a:xfrm>
          <a:prstGeom prst="roundRect">
            <a:avLst>
              <a:gd name="adj" fmla="val 2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93776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told you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2104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look next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NoCredentials: Unable to locate credentials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2468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AWS env vars in pod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21040" y="2468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 annotation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| grep aws shows only AWS_REGION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3108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doesn't recognise pod as IRSA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3108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annotation key + pod's SA name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3749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InvalidIdentityToken: Incorrect token audience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37760" y="3749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provider rejects the token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21040" y="3749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client_id_list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4389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AccessDenied: AssumeRoleWithWebIdentity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37760" y="4389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policy conditions don't match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321040" y="4389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policy condition keys + aud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5029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ls + DynamoDB JSON in logs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37760" y="5029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IRSA working end-to-end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21040" y="5029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but check security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5669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 policy Resource = "*"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37760" y="5669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321040" y="5669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to specific ARNs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25 / 28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Life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same, what's different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1247120" cy="4572000"/>
          </a:xfrm>
          <a:prstGeom prst="roundRect">
            <a:avLst>
              <a:gd name="adj" fmla="val 2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Life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pod, 1 bucket, 1 table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2468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pods across multiple namespaces, each with their own scoped role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sed substitution into YAML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3017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charts with values files, Kustomize, or AWS Controllers for Kubernetes (ACK)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aws-cli image in a loop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3566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containers with the AWS SDK for your language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provider in your Terraform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4114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managed by the EKS module, or a central platform team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surfaced by reading logs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663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surfaced by Datadog/CloudWatch flagging AccessDenied metrics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2120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there are 6 bugs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5212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only "pod can't reach AWS" — nothing else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26 / 28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out for in real IRSA 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1247120" cy="4572000"/>
          </a:xfrm>
          <a:prstGeom prst="roundRect">
            <a:avLst>
              <a:gd name="adj" fmla="val 2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kube2iam annotation format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iam.amazonaws.com/role is deprecated — always eks.amazonaws.com/role-arn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the namespace by accident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6060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key and namespace key sit adjacent — don't fix one and break the other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recreate the pod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2004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cache SA binding at creation. Edit SA → delete pod → reapply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&lt;placeholder&gt; literally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7947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is shell input redirection. Always substitute the real value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389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Resource on pod IAM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43891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pod = compromised everything. Always scope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983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983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oidc.eks as condition prefix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49834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specific cluster's OIDC issuer URL (no https://)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577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5577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waiting for IAM consistency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5577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policy change can take 10-30s to propagate. Wait before assuming you got it wrong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27 / 28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DESTROY REMINDER  ⚠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2704" y="1645920"/>
            <a:ext cx="914400" cy="914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2834640"/>
            <a:ext cx="9418320" cy="182880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54480" y="29260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control plane:  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$0.10/hr, billed continuously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Gateway:  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$0.045/hr, 24/7 until destroyed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t3.small worker node:  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$0.021/hr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focused run: 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~£0.15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overnight: 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~£4-5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over a weekend: 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~£10+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371600" y="4846320"/>
            <a:ext cx="9418320" cy="1280160"/>
          </a:xfrm>
          <a:prstGeom prst="roundRect">
            <a:avLst>
              <a:gd name="adj" fmla="val 714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502920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77440" y="5029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./destroy.sh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verify:  </a:t>
            </a:r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eks list-clusters --region eu-west-2</a:t>
            </a:r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must return empty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087 — EKS IRSA Misconfigured  |  28 / 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2026-04-26T10:35:56Z</dcterms:created>
  <dcterms:modified xsi:type="dcterms:W3CDTF">2026-04-26T10:35:56Z</dcterms:modified>
</cp:coreProperties>
</file>