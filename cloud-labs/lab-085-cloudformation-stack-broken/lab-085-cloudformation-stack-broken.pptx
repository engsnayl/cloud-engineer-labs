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Stack Failed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Debugging — From Terraform to CloudFormation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475488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754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475488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754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475488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4754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DEBUGGING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475488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4754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•  20–30 min  •  Cold-start investigative walkthrough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assigned. You've used Terraform before — but never CloudFormation.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8745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19751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INCIDENT-CFN-001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2514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stack "lab-085" stuck in CREATE_FAILED.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2880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needs this environment for testing by end of day.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3246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has errors that need fixing.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31520" y="42062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448970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14400" y="48006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template.yaml
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colleague's claim it should work
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AWS CLI, credentials, region eu-west-2
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context on what's broken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17920" y="42062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0" y="43891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448970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"done" looks like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0" y="48006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Stack reaches CREATE_COMPLETE
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curl on the public IP returns the page
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Stack destroyed cleanly afterwards
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understand why each bug fired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CloudFormation?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native infrastructure-as-code service. Think Terraform, but AWS-only and state-managed-for-you.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1554480"/>
          </a:xfrm>
          <a:prstGeom prst="roundRect">
            <a:avLst>
              <a:gd name="adj" fmla="val 588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8745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19751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2880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CloudFormation "template" is a YAML (or JSON) file describing AWS resources.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 it to AWS with create-stack. AWS creates the resources, manages their lifecycle, and — crucially — keeps the state for you. No S3 backend, no DynamoDB lock table, no terraform init. The "stack" IS the state.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3474720"/>
            <a:ext cx="3447288" cy="3017520"/>
          </a:xfrm>
          <a:prstGeom prst="roundRect">
            <a:avLst>
              <a:gd name="adj" fmla="val 303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120" y="36118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7124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60120" y="42062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YAML/JSON file.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WHAT you want — VPCs, EC2 instances, security groups. Uses intrinsic functions (!Ref, !Sub, !GetAtt) to wire resources together.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61688" y="3474720"/>
            <a:ext cx="3447288" cy="3017520"/>
          </a:xfrm>
          <a:prstGeom prst="roundRect">
            <a:avLst>
              <a:gd name="adj" fmla="val 303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90288" y="36118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37124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76088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590288" y="42062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instance of a template. Lives in one region. Has a lifecycle (CREATE_IN_PROGRESS → CREATE_COMPLETE → ...). Can be updated, rolled back, or deleted as a unit.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991856" y="3474720"/>
            <a:ext cx="3447288" cy="3017520"/>
          </a:xfrm>
          <a:prstGeom prst="roundRect">
            <a:avLst>
              <a:gd name="adj" fmla="val 303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0456" y="36118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7124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06256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8220456" y="42062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AWS things (EC2, RDS, S3, IAM). CloudFormation calls the underlying service APIs on your behalf, in dependency order, in parallel where possible.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→ CloudFormation Rosetta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what these things do. Just learn the new words.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411480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.tf 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057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template.yaml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057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source of truth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10698480" cy="411480"/>
          </a:xfrm>
          <a:prstGeom prst="roundRect">
            <a:avLst>
              <a:gd name="adj" fmla="val 2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468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(nothing)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has no init — state is AWS-managed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880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validate-template  +  change 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880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Preview; CF's validate is far weaker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291840"/>
            <a:ext cx="10698480" cy="411480"/>
          </a:xfrm>
          <a:prstGeom prst="roundRect">
            <a:avLst>
              <a:gd name="adj" fmla="val 2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cloudformation create-stack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(async!)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cloudformation delete-stack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703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114800"/>
            <a:ext cx="10698480" cy="411480"/>
          </a:xfrm>
          <a:prstGeom prst="roundRect">
            <a:avLst>
              <a:gd name="adj" fmla="val 2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aws_vpc.main.id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!Ref VPC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4114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identifier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aws_vpc.main.arn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4526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!GetAtt VPC.Arn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4526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named attribute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20" y="4937760"/>
            <a:ext cx="10698480" cy="411480"/>
          </a:xfrm>
          <a:prstGeom prst="roundRect">
            <a:avLst>
              <a:gd name="adj" fmla="val 2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937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"${var.env}-vpc"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4937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!Sub "${EnvironmentName}-vpc"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4937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interpolation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" y="5349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"ip" { ... }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91840" y="5349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Outputs: PublicIP: Value: ...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0" y="5349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post-deploy values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CloudFormation Lifecycle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stages. Each stage catches a different class of bug. This matters.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9751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validate-template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Client-side-ish syntax check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971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parses + schema shape + intrinsic function shape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42519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Property-level issues • Invalid GetAtt attrs • Missing required props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5440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5715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deploy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16552" y="173736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99432" y="18745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97510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85232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create-stack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285232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actually tries to build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99432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99432" y="2971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properties • Service-API rejections • Bad resource references • Permission issues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99432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99432" y="42519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in the Outputs section (those come later)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99432" y="5440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99432" y="5715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— you poll for status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375904" y="173736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558784" y="18745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1975104"/>
            <a:ext cx="301752" cy="30175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244584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Outputs resolution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9244584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resources created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558784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8558784" y="2971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!GetAtt attribute names • Invalid Export names • Reference errors in Outputs block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8558784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8558784" y="42519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is the final gate)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8558784" y="5440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558784" y="5715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resources are built — failure here rolls ALL of them back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three bugs in this lab surfaces at a different one of these stages. That's the whole point.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Bugs You'll Find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teaches a different failure class. Caught at a different stage.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13716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7190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!Ref wrapping a string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28800" y="2057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validate-template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0" y="2423160"/>
            <a:ext cx="3657600" cy="274320"/>
          </a:xfrm>
          <a:prstGeom prst="roundRect">
            <a:avLst>
              <a:gd name="adj" fmla="val 33333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2514600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!Ref "${EnvironmentName}-vpc"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40680" y="2423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2423160"/>
            <a:ext cx="3657600" cy="274320"/>
          </a:xfrm>
          <a:prstGeom prst="roundRect">
            <a:avLst>
              <a:gd name="adj" fmla="val 33333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514600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!Sub "${EnvironmentName}-vpc"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76148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!Ref takes a single logical name. It does not do string interpolation. !Sub is the function that substitutes ${...} placeholders.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46120"/>
            <a:ext cx="137160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33192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property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828800" y="3657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create-stack (EC2 API rejects it)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023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45920" y="4023360"/>
            <a:ext cx="3657600" cy="274320"/>
          </a:xfrm>
          <a:prstGeom prst="roundRect">
            <a:avLst>
              <a:gd name="adj" fmla="val 33333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4114800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ImageId: (missing)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40233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4023360"/>
            <a:ext cx="3657600" cy="274320"/>
          </a:xfrm>
          <a:prstGeom prst="roundRect">
            <a:avLst>
              <a:gd name="adj" fmla="val 33333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114800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ImageId: !Ref LatestAmiId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36168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EC2 instance needs an AMI. Don't hardcode — use SSM parameter lookup for the latest Amazon Linux 2023.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846320"/>
            <a:ext cx="13716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93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828800" y="49194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!GetAtt attribute name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828800" y="5257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during Outputs resolution (after everything else built)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56235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645920" y="5623560"/>
            <a:ext cx="3657600" cy="274320"/>
          </a:xfrm>
          <a:prstGeom prst="roundRect">
            <a:avLst>
              <a:gd name="adj" fmla="val 33333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83080" y="5715000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!GetAtt WebInstance.IpAddress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40680" y="56235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5623560"/>
            <a:ext cx="3657600" cy="274320"/>
          </a:xfrm>
          <a:prstGeom prst="roundRect">
            <a:avLst>
              <a:gd name="adj" fmla="val 33333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5715000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!GetAtt WebInstance.PublicIp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596188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AWS::EC2::Instance has no IpAddress attribute. The correct name is PublicIp. All resources created successfully — then CF rolled them all back.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Validate the template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move. Catches syntax and intrinsic function shape bugs.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922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1488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cloudformation validate-template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--template-body file://template.yaml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--region eu-west-2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3520440"/>
            <a:ext cx="5486400" cy="411480"/>
          </a:xfrm>
          <a:prstGeom prst="roundRect">
            <a:avLst>
              <a:gd name="adj" fmla="val 2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validate-template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697480" y="3520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YAML to AWS's template parser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977640"/>
            <a:ext cx="5486400" cy="411480"/>
          </a:xfrm>
          <a:prstGeom prst="roundRect">
            <a:avLst>
              <a:gd name="adj" fmla="val 2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--template-body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697480" y="3977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JSON/YAML. file:// prefix required for a path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5486400" cy="411480"/>
          </a:xfrm>
          <a:prstGeom prst="roundRect">
            <a:avLst>
              <a:gd name="adj" fmla="val 2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--region eu-west-2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697480" y="4434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London. Validation is region-regardless but the CLI still wants one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AWS SAYS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0" y="205740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21488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ValidationError: Template format error: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Unresolved resource dependencies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[${EnvironmentName}-vpc] in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 block of the template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0" y="37033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3803904"/>
            <a:ext cx="301752" cy="30175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86600" y="3730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400800" y="42062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37960" y="42976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"Unresolved resource dependencies"
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CF is trying to look up a resource named </a:t>
            </a:r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${EnvironmentName}-vpc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can't find it.
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</a:t>
            </a:r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!Ref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doesn't interpolate strings — it only takes logical names. The </a:t>
            </a:r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${...}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inside it was treated as literal characters.
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!Sub.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!Ref  vs  !Sub  vs  !GetAtt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intrinsic functions you'll use 90% of the time. Pick the right 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!Ref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0320" y="1737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logical name (no quotes)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2331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25603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identifier — VPC ID for a VPC, instance ID for an EC2, parameter value for a parameter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1737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!Ref VPC   →   vpc-0abc123def456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EQUIVALENT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2560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aws_vpc.main.id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375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37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!Sub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0" y="3291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3520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with ${Placeholder} markers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886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41148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with placeholders substituted from parameters and resources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3291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9440" y="3520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!Sub "${EnvironmentName}-vpc"   →   "lab-vpc"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3886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EQUIVALENT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94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"${var.env}-vpc"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8920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892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!GetAtt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5603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60320" y="5074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ResourceName.AttributeName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5440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60320" y="5669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named attribute — PublicIp, Arn, PrivateDnsName, etc. Different attributes per resource type. Check the docs.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0" y="5074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!GetAtt WebInstance.PublicIp   →   52.56.104.126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5440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EQUIVALENT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9440" y="5669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aws_instance.web.public_ip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Deploy &amp; watch the event log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validate-template is weak. The real test is to try to create the stack.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7922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(asynchronous — returns immediately)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1488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cloudformation create-stack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--stack-name lab-085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--template-body file://template.yaml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--region eu-west-2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8386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EVENTS (poll the API)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749040"/>
            <a:ext cx="5669280" cy="1645920"/>
          </a:xfrm>
          <a:prstGeom prst="roundRect">
            <a:avLst>
              <a:gd name="adj" fmla="val 5556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94360" y="3840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AWS_PAGER="" aws cloudformation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describe-stack-events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--stack-name lab-085 --region eu-west-2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'StackEvents[*].[Timestamp,LogicalResourceId,ResourceStatus,ResourceStatusReason]'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 table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54864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AWS_PAGER="" disables the less pager so you don't get stuck at (END).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0" y="169164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3796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 (read bottom-up)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537960" y="2103120"/>
            <a:ext cx="5029200" cy="3017520"/>
          </a:xfrm>
          <a:prstGeom prst="roundRect">
            <a:avLst>
              <a:gd name="adj" fmla="val 3030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75120" y="219456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06:39:05  lab-085          ROLLBACK_IN_PROGRESS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"Failed to create: [WebInstance]"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06:39:04  RouteTable       CREATE_FAILED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"Resource creation cancelled"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06:39:04  WebInstance      CREATE_FAILED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"Property ImageId cannot be empty."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06:39:03  WebInstance      CREATE_IN_PROGRESS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06:39:03  WebSecurityGroup CREATE_COMPLETE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06:39:00  PublicSubnet     CREATE_COMPLETE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06:38:53  VPC              CREATE_COMPLETE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06:38:40  VPC              CREATE_IN_PROGRESS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06:38:38  lab-085          CREATE_IN_PROGRESS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537960" y="52120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</a:t>
            </a:r>
            <a:pPr indent="0" marL="0">
              <a:buNone/>
            </a:pPr>
            <a:r>
              <a:rPr lang="en-US" sz="12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error came from the EC2 API, not CloudFormation. CF forwards your spec to the underlying service. The service rejects bad requests.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 2 — Missing ImageId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industry-standard SSM parameter pattern. Never hardcode AMIs.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9293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hardcode?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AMI IDs are region-specific.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same ami-0123... in London ≠ Dublin.
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AMIs are continuously deprecated.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AWS releases patched versions every few weeks.
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hardcoded AMI is a time bomb.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Works today. Breaks in 18 months.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164592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19293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SSM parameter pattern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217920" y="23317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publishes public SSM parameters that always point to the latest AMI for each OS. CloudFormation resolves them at deploy time.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217920" y="3200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equivalent: data "aws_ssm_parameter"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1 — add a new parameter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4343400"/>
            <a:ext cx="5669280" cy="2011680"/>
          </a:xfrm>
          <a:prstGeom prst="roundRect">
            <a:avLst>
              <a:gd name="adj" fmla="val 4545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4360" y="44348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LatestAmiId: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AWS::SSM::Parameter::Value&lt;AWS::EC2::Image::Id&gt;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/aws/service/ami-amazon-linux-latest/al2023-ami-kernel-default-x86_64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SSM lookup for latest AL2023 AMI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21792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2 — reference it on the EC2 resource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17920" y="434340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55080" y="443484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WebInstance: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AWS::EC2::Instance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Properties: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ImageId: !Ref LatestAmiId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InstanceType: !Ref InstanceType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ROLLBACK_COMPLETE Gotcha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"wait, what?" moment for every Terraform engineer learning CloudFormation.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577840" cy="274320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9293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create-stack failed.
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rolled back.
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status: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ROLLBACK_COMPLETE
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fix the bug. You run create-stack again.
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"Stack already exists."
</a:t>
            </a:r>
            <a:pPr indent="0" marL="0">
              <a:buNone/>
            </a:pPr>
            <a:r>
              <a:rPr lang="en-US" sz="12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update a ROLLBACK_COMPLETE stack.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delete it first.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9293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0" y="233172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37960" y="24231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cloudformation delete-stack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--stack-name lab-085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--region eu-west-2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cloudformation wait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stack-delete-complete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--stack-name lab-085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--region eu-west-2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466344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94690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4892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comparison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Terraform: 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fails → you fix the config → run apply again. Idempotent. Done.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CloudFormation: 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create failures leave a "tombstone" stack in ROLLBACK_COMPLETE that you must delete before retrying. Subsequent update failures behave differently — they roll back in place without needing a delete. </a:t>
            </a:r>
            <a:pPr indent="0" marL="0">
              <a:buNone/>
            </a:pPr>
            <a:r>
              <a:rPr lang="en-US" sz="12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pair delete-stack with wait stack-delete-complete for CI-safe behaviour.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 — Outputs resolution failure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nastiest of the three. Everything built successfully, then CF rolled it all back.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7922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resources reach CREATE_COMPLETE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resolves the Outputs section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10896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!GetAtt WebInstance.IpAddress fails schema check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goes to ROLLBACK_IN_PROGRESS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012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resources get torn down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CF SAYS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00800" y="20574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37960" y="21488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Requested attribute IpAddress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does not exist in schema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AWS::EC2::Instance.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 requested by user.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00800" y="388620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37960" y="3977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PublicIP: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Value: !GetAtt WebInstance.PublicIp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502920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" y="52120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5312664"/>
            <a:ext cx="301752" cy="30175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371600" y="52303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lesson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640080" y="559612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Terraform, a bad output block fails at plan time — no resources are touched. In CloudFormation, Outputs are resolved AFTER resource creation completes, so an error in Outputs can burn 60+ seconds of successful infrastructure creation before the rollback triggers. Always bookmark the CloudFormation Resource Type Reference for the exact GetAtt attribute names — there is no autocomplete.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— don't trust CREATE_COMPLETE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says 'done'. You still need to prove the thing works.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7922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Pull the stack outputs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1945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cloudformation describe-stacks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--stack-name lab-085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--region eu-west-2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'Stacks[0].Outputs'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 table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61188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37033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+----------------+-------------+------------------+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Description   |  OutputKey  |   OutputValue   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+----------------+-------------+------------------+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Instance ID   |  InstanceId | i-0677...       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Public IP     |  PublicIP   | 52.56.104.126   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VPC ID        |  VPCId      | vpc-0cf3...     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+----------------+-------------+------------------+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7922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Curl the instance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210312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3796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http://52.56.104.126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0" y="320040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3796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&lt;h1&gt;Hello from lab&lt;/h1&gt;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400800" y="402336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3796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get this output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37960" y="45262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template's </a:t>
            </a:r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UserData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 at boot: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yum install httpd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systemctl start httpd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... &gt; index.html
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${EnvironmentName}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substituted to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you used !Sub in the UserData block.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curl hangs: wait 30s. yum installs can take a minute on first boot.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— ALWAYS DO THIS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t3.micro running 24/7 costs ~£6–7/month. Small, but labs add up.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7922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THE STACK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5669280" cy="1645920"/>
          </a:xfrm>
          <a:prstGeom prst="roundRect">
            <a:avLst>
              <a:gd name="adj" fmla="val 5556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1488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cloudformation delete-stack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--stack-name lab-085 --region eu-west-2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cloudformation wait stack-delete-complete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--stack-name lab-085 --region eu-west-2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94106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(belt and braces)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420624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94360" y="429768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cloudformation describe-stacks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--stack-name lab-085 --region eu-west-2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Expected: "Stack does not exist"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describe-instances --region eu-west-2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--filters "Name=tag:Name,Values=lab-web-server"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'Reservations[].Instances[].State.Name'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Expected: empty or "terminated"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0" y="16916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19751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69480" y="19019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template for re-runnability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537960" y="2377440"/>
            <a:ext cx="5029200" cy="457200"/>
          </a:xfrm>
          <a:prstGeom prst="roundRect">
            <a:avLst>
              <a:gd name="adj" fmla="val 20000"/>
            </a:avLst>
          </a:prstGeom>
          <a:solidFill>
            <a:srgbClr val="0B1423"/>
          </a:solidFill>
          <a:ln w="12700">
            <a:solidFill>
              <a:srgbClr val="0B142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675120" y="2468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-- template.yaml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537960" y="29718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your local fixes, restoring the broken committed version. The lab is now ready to run again — for you or the next learner.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0" y="41605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83680" y="43434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443984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3708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537960" y="48006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 instances hang around in the API for ~1 hour before disappearing. They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cost anything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they're informational only.
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to check: no instances in 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Life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did here vs what you'll encounter on the job.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1600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6002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life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47120" cy="594360"/>
          </a:xfrm>
          <a:prstGeom prst="roundRect">
            <a:avLst>
              <a:gd name="adj" fmla="val 1538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size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lines, 8 resources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21945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500–5,000 lines, 50+ resources, often split into nested stacks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7889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validate-template only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27889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cfn-lint runs as a pre-commit hook; CI blocks PRs that fail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1247120" cy="594360"/>
          </a:xfrm>
          <a:prstGeom prst="roundRect">
            <a:avLst>
              <a:gd name="adj" fmla="val 1538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83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pattern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create-stack directly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33832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create-change-set + review + execute-change-set  (like terraform plan)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9776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template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39776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stacks (AWS::CloudFormation::Stack) or AWS CDK (Python/TS → CF)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11247120" cy="594360"/>
          </a:xfrm>
          <a:prstGeom prst="roundRect">
            <a:avLst>
              <a:gd name="adj" fmla="val 1538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572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Cross-stack links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45720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for curl'ing the 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45720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Fn::ImportValue — VPC stack exports IDs, app stack imports them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166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strategy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51663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on failure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51663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RollbackConfiguration with CloudWatch alarms — auto-rollback on bad metrics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760720"/>
            <a:ext cx="11247120" cy="594360"/>
          </a:xfrm>
          <a:prstGeom prst="roundRect">
            <a:avLst>
              <a:gd name="adj" fmla="val 1538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760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57607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stack, one region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57607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StackSets — fan out to dozens of AWS accounts and regions via Organizations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from Lab 085 going into your next CloudFormation encounter.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9293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has a three-stage lifecycle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validate-template → create-stack → Outputs resolution. Each stage catches a different class of bug. Map every error message to its stage — that tells you where to look.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164592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18288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9293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!Ref  /  !Sub  /  !GetAtt  are not interchangeable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263640" y="23317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!Ref for identifiers. !Sub for strings with ${...} placeholders. !GetAtt for named attributes (PublicIp, Arn). Bookmark the Resource Type Reference.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5295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29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AMI IDs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3931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AWS::SSM::Parameter::Value&lt;AWS::EC2::Image::Id&gt;. AWS maintains SSM parameters that always point to the latest AMI. Resolves at deploy time.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80760" y="324612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63640" y="34290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5295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429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ROLLBACK_COMPLETE needs delete-stack before retry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63640" y="3931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delete-stack with wait stack-delete-complete for CI-safe synchronous teardown. First-time create failures leave a tombstone stack.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84632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512978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029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CREATE_COMPLETE ≠ it works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0080" y="55321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status tells you resources were built. It doesn't tell you the app inside the EC2 instance is actually responding. Always verify end-to-end (curl, health check, smoke test).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80760" y="484632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63640" y="50292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512978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95160" y="5029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before you walk away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63640" y="55321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lab's final command is delete-stack + wait stack-delete-complete. Forgotten EC2 instances are how hobby AWS accounts silently bleed money.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085 — COMPLETE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how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actually behaves.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lifecycle stages. Three intrinsic functions. One stubborn ROLLBACK_COMPLETE gotcha.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5303520"/>
            <a:ext cx="1005840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54864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framing: </a:t>
            </a:r>
            <a:pPr indent="0" marL="0">
              <a:buNone/>
            </a:pPr>
            <a:r>
              <a:rPr lang="en-US" sz="13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"I've worked in both Terraform and CloudFormation. I choose Terraform for multi-cloud or when I want rich plan output, and CloudFormation when I'm staying inside AWS and want native state management plus automatic rollback."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2026-04-23T07:48:23Z</dcterms:created>
  <dcterms:modified xsi:type="dcterms:W3CDTF">2026-04-23T07:48:23Z</dcterms:modified>
</cp:coreProperties>
</file>