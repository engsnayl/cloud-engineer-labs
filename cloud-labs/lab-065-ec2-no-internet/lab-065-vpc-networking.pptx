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822960"/>
            <a:ext cx="4114800" cy="4114800"/>
          </a:xfrm>
          <a:prstGeom prst="ellipse">
            <a:avLst/>
          </a:prstGeom>
          <a:solidFill>
            <a:srgbClr val="1A2E45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0" y="-457200"/>
            <a:ext cx="3200400" cy="3200400"/>
          </a:xfrm>
          <a:prstGeom prst="ellipse">
            <a:avLst/>
          </a:prstGeom>
          <a:solidFill>
            <a:srgbClr val="007D74">
              <a:alpha val="4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0292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005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" y="14173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Can't Reach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84048" y="2834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Networking — Four Faults, One Broken Traffic Path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" y="3931920"/>
            <a:ext cx="1828800" cy="292608"/>
          </a:xfrm>
          <a:prstGeom prst="rect">
            <a:avLst>
              <a:gd name="adj" fmla="val 15625"/>
            </a:avLst>
          </a:prstGeom>
          <a:solidFill>
            <a:srgbClr val="1A2E45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95728" y="3931920"/>
            <a:ext cx="1828800" cy="292608"/>
          </a:xfrm>
          <a:prstGeom prst="rect">
            <a:avLst>
              <a:gd name="adj" fmla="val 15625"/>
            </a:avLst>
          </a:prstGeom>
          <a:solidFill>
            <a:srgbClr val="1A2E45"/>
          </a:solidFill>
          <a:ln/>
        </p:spPr>
      </p:sp>
      <p:sp>
        <p:nvSpPr>
          <p:cNvPr id="12" name="Text 9"/>
          <p:cNvSpPr/>
          <p:nvPr/>
        </p:nvSpPr>
        <p:spPr>
          <a:xfrm>
            <a:off x="2395728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07408" y="3931920"/>
            <a:ext cx="1828800" cy="292608"/>
          </a:xfrm>
          <a:prstGeom prst="rect">
            <a:avLst>
              <a:gd name="adj" fmla="val 15625"/>
            </a:avLst>
          </a:prstGeom>
          <a:solidFill>
            <a:srgbClr val="1A2E45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19088" y="3931920"/>
            <a:ext cx="1828800" cy="292608"/>
          </a:xfrm>
          <a:prstGeom prst="rect">
            <a:avLst>
              <a:gd name="adj" fmla="val 15625"/>
            </a:avLst>
          </a:prstGeom>
          <a:solidFill>
            <a:srgbClr val="1A2E45"/>
          </a:solidFill>
          <a:ln/>
        </p:spPr>
      </p:sp>
      <p:sp>
        <p:nvSpPr>
          <p:cNvPr id="16" name="Text 13"/>
          <p:cNvSpPr/>
          <p:nvPr/>
        </p:nvSpPr>
        <p:spPr>
          <a:xfrm>
            <a:off x="6419088" y="3931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84048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AWS / eu-west-2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been handed — and how to read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3931920" cy="32918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3931920" cy="347472"/>
          </a:xfrm>
          <a:prstGeom prst="rect">
            <a:avLst/>
          </a:prstGeom>
          <a:solidFill>
            <a:srgbClr val="007D7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TICKET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cannot reach the internet for package updates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59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— eu-west-2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8895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18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Terraform. IGW, NAT Gateway, route tables and subnets all present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76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changes to AMI or OS. Problem is infrastructure wiring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0560" y="1097280"/>
            <a:ext cx="4389120" cy="32918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1704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you before you open any code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719072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92040" y="1691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exists — you're auditing connections, not building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2340864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4" name="Text 22"/>
          <p:cNvSpPr/>
          <p:nvPr/>
        </p:nvSpPr>
        <p:spPr>
          <a:xfrm>
            <a:off x="4617720" y="23408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2040" y="23134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look for missing resources — look for wrong references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962656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962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92040" y="293522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traffic path from the instance outward, hop by hop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584448"/>
            <a:ext cx="201168" cy="201168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0" name="Text 28"/>
          <p:cNvSpPr/>
          <p:nvPr/>
        </p:nvSpPr>
        <p:spPr>
          <a:xfrm>
            <a:off x="4617720" y="3584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92040" y="35570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subnet → route table → gateway → security group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Framework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traffic path — every hop must be correct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463040" cy="2011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3898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8988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subnet?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828800" y="2231136"/>
            <a:ext cx="256032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3" name="Text 10"/>
          <p:cNvSpPr/>
          <p:nvPr/>
        </p:nvSpPr>
        <p:spPr>
          <a:xfrm>
            <a:off x="1938528" y="21031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84832" y="1280160"/>
            <a:ext cx="1463040" cy="2011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79192" y="13898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92" y="1389888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84832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084832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attached?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547872" y="2231136"/>
            <a:ext cx="256032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0" name="Text 16"/>
          <p:cNvSpPr/>
          <p:nvPr/>
        </p:nvSpPr>
        <p:spPr>
          <a:xfrm>
            <a:off x="3657600" y="21031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803904" y="1280160"/>
            <a:ext cx="1463040" cy="2011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98264" y="13898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389888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03904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803904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where?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266944" y="2231136"/>
            <a:ext cx="256032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7" name="Text 22"/>
          <p:cNvSpPr/>
          <p:nvPr/>
        </p:nvSpPr>
        <p:spPr>
          <a:xfrm>
            <a:off x="5376672" y="21031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522976" y="1280160"/>
            <a:ext cx="1463040" cy="2011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117336" y="13898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36" y="1389888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22976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522976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or IGW?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986016" y="2231136"/>
            <a:ext cx="256032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4" name="Text 28"/>
          <p:cNvSpPr/>
          <p:nvPr/>
        </p:nvSpPr>
        <p:spPr>
          <a:xfrm>
            <a:off x="7095744" y="2103120"/>
            <a:ext cx="146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242048" y="1280160"/>
            <a:ext cx="1463040" cy="2011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836408" y="1389888"/>
            <a:ext cx="457200" cy="457200"/>
          </a:xfrm>
          <a:prstGeom prst="ellipse">
            <a:avLst/>
          </a:prstGeom>
          <a:solidFill>
            <a:srgbClr val="00B4A6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1389888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242048" y="19568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7242048" y="2286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rules?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274320" y="3520440"/>
            <a:ext cx="8595360" cy="64008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1" name="Shape 34"/>
          <p:cNvSpPr/>
          <p:nvPr/>
        </p:nvSpPr>
        <p:spPr>
          <a:xfrm>
            <a:off x="274320" y="3520440"/>
            <a:ext cx="73152" cy="6400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2" name="Text 35"/>
          <p:cNvSpPr/>
          <p:nvPr/>
        </p:nvSpPr>
        <p:spPr>
          <a:xfrm>
            <a:off x="475488" y="3547872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cat main.tf  and orient yourself first. Get a mental map before chasing any bug. This lab has four faults — all four live in this five-hop chain.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 — Instance in the Wrong Subnet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here: confirm where the instance lives before tracing routes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49808"/>
            <a:ext cx="530352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115568"/>
            <a:ext cx="4160520" cy="15087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4160520" cy="2743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4173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"app"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"ami-0c76..."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"t3.micro"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= aws_subnet.public.id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115568"/>
            <a:ext cx="4160520" cy="17373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115568"/>
            <a:ext cx="4160520" cy="274320"/>
          </a:xfrm>
          <a:prstGeom prst="rect">
            <a:avLst/>
          </a:prstGeom>
          <a:solidFill>
            <a:srgbClr val="3DB88A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800600" y="1417320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"app"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         = "ami-0c76..."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        = "t3.micro"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         = aws_subnet.private.id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vpc_security_group_ids = [aws_security_group.app.id]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 Name = "app-server"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788920"/>
            <a:ext cx="8595360" cy="1417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92608" y="3145536"/>
            <a:ext cx="8558784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6"/>
          <p:cNvSpPr/>
          <p:nvPr/>
        </p:nvSpPr>
        <p:spPr>
          <a:xfrm>
            <a:off x="384048" y="31455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subnet_id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651760" y="314553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the instance in a subnet — determines which route table applies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92608" y="3465576"/>
            <a:ext cx="8558784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" y="3465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aws_subnet.private.id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651760" y="346557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reference to the private subnet defined earlier in main.tf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92608" y="3785616"/>
            <a:ext cx="8558784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" y="37856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vpc_security_group_ids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651760" y="378561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 security group to control inbound/outbound traffic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92608" y="4407408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Private subnet + NAT = outbound only. Public subnet = directly internet-exposed. Application servers should never sit in the public subnet.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— Security Group Has No Egress Rules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doesn't add the default allow-all outbound rule that the console adds silently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49808"/>
            <a:ext cx="530352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115568"/>
            <a:ext cx="3977640" cy="2331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3977640" cy="2743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— no egress block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417320"/>
            <a:ext cx="37947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"aws_security_group" "app"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= "app-sg"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vpc_id = aws_vpc.main.id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= 22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to_port     = 22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    = "tcp"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cidr_blocks = ["10.0.0.0/16"]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 egress — all outbound blocked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480560" y="1115568"/>
            <a:ext cx="4389120" cy="2331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115568"/>
            <a:ext cx="4389120" cy="274320"/>
          </a:xfrm>
          <a:prstGeom prst="rect">
            <a:avLst/>
          </a:prstGeom>
          <a:solidFill>
            <a:srgbClr val="3DB88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115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— egress block added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0" y="1417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egress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from_port  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to_port    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protocol    = "-1"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cidr_blocks = ["0.0.0.0/0"]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480560" y="2514600"/>
            <a:ext cx="43891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from_port = 0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37960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port range — 0 means all ports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480560" y="2798064"/>
            <a:ext cx="4389120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0" y="2798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to_port = 0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37960" y="27980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port range — 0 means all ports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480560" y="3081528"/>
            <a:ext cx="438912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0" y="3081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= "-1"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37960" y="30815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code for all protocols (TCP, UDP, ICMP, etc.)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480560" y="3364992"/>
            <a:ext cx="4389120" cy="2743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cidr_blocks = ["0.0.0.0/0"]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37960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traffic to any destination IP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74320" y="3584448"/>
            <a:ext cx="8595360" cy="80467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274320" y="3584448"/>
            <a:ext cx="73152" cy="80467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vs Terraform Gotcha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5488" y="389534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console automatically adds 'Allow all outbound' when you create a security group. Terraform creates exactly what you define — nothing more. This catches engineers moving from console to IaC for the first time.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Private Route Table Points to the Wrong Gateway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gateway_id is for Internet Gateways — nat_gateway_id is a different Terraform attribute entirely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49808"/>
            <a:ext cx="530352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115568"/>
            <a:ext cx="3977640" cy="15087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3977640" cy="2743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41732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= "0.0.0.0/0"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gateway_id = aws_internet_gateway.igw.id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Points to IGW — wrong for private subnet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80560" y="1115568"/>
            <a:ext cx="4389120" cy="150876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115568"/>
            <a:ext cx="4389120" cy="274320"/>
          </a:xfrm>
          <a:prstGeom prst="rect">
            <a:avLst/>
          </a:prstGeom>
          <a:solidFill>
            <a:srgbClr val="3DB88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115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0" y="1417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cidr_block     = "0.0.0.0/0"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nat_gateway_id = aws_nat_gateway.nat.id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Points to NAT Gateway — correct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743200"/>
            <a:ext cx="8595360" cy="10972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92608" y="2761488"/>
            <a:ext cx="8558784" cy="3017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276148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cidr_block = 0.0.0.0/0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743200" y="276148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 — catches all traffic not matched by a more specific route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92608" y="3081528"/>
            <a:ext cx="8558784" cy="30175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1" name="Text 18"/>
          <p:cNvSpPr/>
          <p:nvPr/>
        </p:nvSpPr>
        <p:spPr>
          <a:xfrm>
            <a:off x="384048" y="308152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gateway_id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743200" y="308152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attribute specifically for Internet Gateway references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92608" y="3401568"/>
            <a:ext cx="8558784" cy="3017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1"/>
          <p:cNvSpPr/>
          <p:nvPr/>
        </p:nvSpPr>
        <p:spPr>
          <a:xfrm>
            <a:off x="384048" y="3401568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nat_gateway_id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743200" y="3401568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Terraform attribute for NAT Gateway — not interchangeable with gateway_id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74320" y="3931920"/>
            <a:ext cx="8595360" cy="65836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57200" y="3968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traffic flow after fix: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7200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627632" y="4224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874520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route table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044952" y="4224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291840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(public subnet)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462272" y="4224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09160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 table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879592" y="4224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126480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296912" y="42245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543800" y="4224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NAT Gateway Is in the Private Subnet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VPC mistake — the name is misleading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749808"/>
            <a:ext cx="530352" cy="5303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115568"/>
            <a:ext cx="3977640" cy="13716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115568"/>
            <a:ext cx="3977640" cy="2743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14173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"aws_nat_gateway" "nat"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allocation_id = aws_eip.nat.id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= aws_subnet.private.id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NAT has no internet access here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80560" y="1115568"/>
            <a:ext cx="4389120" cy="13716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115568"/>
            <a:ext cx="4389120" cy="274320"/>
          </a:xfrm>
          <a:prstGeom prst="rect">
            <a:avLst/>
          </a:prstGeom>
          <a:solidFill>
            <a:srgbClr val="3DB88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115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72000" y="14173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"aws_nat_gateway" "nat"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allocation_id = aws_eip.nat.id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     = aws_subnet.public.id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 Name = "lab-nat"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606040"/>
            <a:ext cx="3977640" cy="10058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4320" y="2606040"/>
            <a:ext cx="73152" cy="10058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 Room Analogy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" y="29077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 Gateway serves private instances — but it needs to be on the ground floor (public subnet) with a door to the street (IGW route) to actually send and receive anything.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80560" y="2606040"/>
            <a:ext cx="4389120" cy="10058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98848" y="2624328"/>
            <a:ext cx="4352544" cy="40233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19"/>
          <p:cNvSpPr/>
          <p:nvPr/>
        </p:nvSpPr>
        <p:spPr>
          <a:xfrm>
            <a:off x="4590288" y="262432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allocation_id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925312" y="26243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an Elastic IP — the public IP the NAT uses to reach the internet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498848" y="3063240"/>
            <a:ext cx="4352544" cy="402336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5" name="Text 22"/>
          <p:cNvSpPr/>
          <p:nvPr/>
        </p:nvSpPr>
        <p:spPr>
          <a:xfrm>
            <a:off x="4590288" y="306324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subnet_id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925312" y="3063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route table the NAT sits in — must be the public subnet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74320" y="3703320"/>
            <a:ext cx="8595360" cy="80467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3703320"/>
            <a:ext cx="73152" cy="80467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" y="3739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which subnet to use?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75488" y="39959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public route table in main.tf — it has gateway_id = aws_internet_gateway.igw.id. That subnet has IGW access, so that's where the NAT Gateway belongs. No AWS CLI needed — the answer is in the file.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all four fixes produce a valid configuration before applying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8595360" cy="12344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73152" cy="12344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704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validate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111556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" y="2487168"/>
            <a:ext cx="8558784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4871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24871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Terraform CLI tool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2608" y="2825496"/>
            <a:ext cx="8558784" cy="3200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25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282549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configuration for syntax errors and internal consistency — does NOT contact AWS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3163824"/>
            <a:ext cx="8558784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6382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B4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316382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your config against current state — shows exactly what will be created, modified, or destroyed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1993392" cy="98755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49040"/>
            <a:ext cx="1993392" cy="256032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 •  NAT Placement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04164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aws_subnet.public.id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50592" y="3749040"/>
            <a:ext cx="1993392" cy="98755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3749040"/>
            <a:ext cx="1993392" cy="2560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2450592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 •  Route Table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542032" y="404164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gateway_id → nat_gateway_id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26864" y="3749040"/>
            <a:ext cx="1993392" cy="98755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3749040"/>
            <a:ext cx="1993392" cy="25603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4626864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 •  Security Group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8304" y="404164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egress block with protocol -1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03136" y="3749040"/>
            <a:ext cx="1993392" cy="98755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3749040"/>
            <a:ext cx="1993392" cy="256032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5" name="Text 33"/>
          <p:cNvSpPr/>
          <p:nvPr/>
        </p:nvSpPr>
        <p:spPr>
          <a:xfrm>
            <a:off x="6803136" y="37490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  •  Instance Subnet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94576" y="404164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aws_subnet.private.id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658368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lab takes shortcuts — and what production actually looks like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8595360" cy="3456432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042416"/>
            <a:ext cx="3474720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0424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APPROACH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1042416"/>
            <a:ext cx="4736592" cy="29260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042416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REALITY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1371600"/>
            <a:ext cx="8558784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3716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NAT Gateway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67328" y="13716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137160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 Gateway per AZ — a single NAT is a single point of failure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975104"/>
            <a:ext cx="8558784" cy="5669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9751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AMI ID in code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67328" y="197510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19751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'aws_ami' to look up AMIs dynamically — IDs change with updates and are region-specific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578608"/>
            <a:ext cx="8558784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5786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 to clean 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67328" y="257860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25786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policies, protected resources, state locking, and change control processes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3182112"/>
            <a:ext cx="8558784" cy="56692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1821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Allow-all egress in security group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67328" y="318211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egress to known destinations and ports — principle of least privilege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3785616"/>
            <a:ext cx="8558784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37856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VPC Flow Logs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67328" y="3785616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37856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enable Flow Logs in production for traffic visibility, auditing, and compliance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572000"/>
            <a:ext cx="73152" cy="38404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awareness:  NAT Gateways charge ~$0.045/hr + ~$0.045/GB processed. Use VPC Endpoints (free for S3 and DynamoDB) to keep AWS service traffic off the NAT Gateway.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4048" y="58521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4124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801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52144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goes IN the public subnet to SERVE the private subnet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148132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is misleading. It needs an IGW route (public subnet) to forward traffic.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2011680"/>
            <a:ext cx="8595360" cy="84124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21284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084832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groups are deny-by-default on egress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" y="2414016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adds allow-all outbound silently. Terraform doesn't. Always write an explicit egress block.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74320" y="2944368"/>
            <a:ext cx="8595360" cy="84124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14553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01752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gateway_id and nat_gateway_id are not interchangeable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868680" y="3346704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reference different AWS resource types. Using the wrong one causes a Terraform error.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74320" y="3877056"/>
            <a:ext cx="8595360" cy="841248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782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950208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full path before touching any code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868680" y="4279392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→ Subnet → Route Table → Gateway → Security Group. Fix all hops, not just one.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2" name="Text 16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065 — EC2 VPC Networking  |  Cloud Engineer Labs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065 — EC2 Can't Reach Internet</dc:title>
  <dc:subject>PptxGenJS Presentation</dc:subject>
  <dc:creator>PptxGenJS</dc:creator>
  <cp:lastModifiedBy>PptxGenJS</cp:lastModifiedBy>
  <cp:revision>1</cp:revision>
  <dcterms:created xsi:type="dcterms:W3CDTF">2026-04-10T06:56:06Z</dcterms:created>
  <dcterms:modified xsi:type="dcterms:W3CDTF">2026-04-10T06:56:06Z</dcterms:modified>
</cp:coreProperties>
</file>