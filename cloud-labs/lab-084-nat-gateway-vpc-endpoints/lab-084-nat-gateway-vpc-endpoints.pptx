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914400"/>
            <a:ext cx="2286000" cy="228600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371600"/>
            <a:ext cx="1371600" cy="13716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16459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084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Can't Reach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48640" y="3931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Gateway, VPC Endpoints &amp; the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four-bug networking outage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INCIDENT-NET-002  |  Difficulty ★★★  |  AWS • Networking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on-call engineer actually sees when this lands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4114800"/>
          </a:xfrm>
          <a:prstGeom prst="roundRect">
            <a:avLst>
              <a:gd name="adj" fmla="val 222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37160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928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783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INCIDENT-NET-002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22402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subnet (10.0.2.0/24) cannot reach AWS services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 private subnet cannot pull packages or access S3.
</a:t>
            </a:r>
            <a:pPr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https://www.google.com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hangs.
</a:t>
            </a:r>
            <a:pPr indent="0" marL="0">
              <a:buNone/>
            </a:pPr>
            <a:r>
              <a:rPr lang="en-US" sz="15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s3 ls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hangs.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 says NAT Gateway and S3 VPC Endpoint are deployed.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 why traffic isn't flowing and restore connectivity.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bugs, one symptom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know any of this yet when you arrive. You have to find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647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7452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19019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in the wrong subnet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2194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in the private subnet — needs to be in the public subnet so it can reach the IGW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9077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30175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417320" y="30449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route table points to IGW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417320" y="3337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route goes to the Internet Gateway; should point at the NAT Gateway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40507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1605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417320" y="41879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Endpoint on wrong route table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17320" y="4480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public RT; private instances can't see the prefix-list route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498348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" y="51937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30352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5120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1417320" y="53309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policy set to Deny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1417320" y="56235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Deny on s3:* for all principals, on all resources — blocks everything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fault first, then theorise about causes — never the other way round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228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8088" y="219456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808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37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3728" y="3611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outputs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9688" y="2468880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5828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44088" y="219456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4408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8497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fault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849728" y="3611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into instance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&amp; aws s3 ls fail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8" y="2468880"/>
            <a:ext cx="274320" cy="27432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04428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30088" y="219456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3008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1357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path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5135728" y="3611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describe-nat-gateways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 #1 + #2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688" y="2468880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733028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16088" y="219456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1608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74217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path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7421728" y="3611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describe-vpc-endpoints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bug #3 + #4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7688" y="2468880"/>
            <a:ext cx="274320" cy="2743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1628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02088" y="219456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030208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5"/>
          <p:cNvSpPr/>
          <p:nvPr/>
        </p:nvSpPr>
        <p:spPr>
          <a:xfrm>
            <a:off x="9707728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&amp; verify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9707728" y="361188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changes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from inside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produces evidence. No guessing, no flailing.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Systems Manager — Session Manager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inside the private instance without SSH or a bastion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of AWS Systems Manager that opens a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browser-or-CLI shell to EC2 instances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SSH, RDP, bastion hosts, jump boxes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inbound ports, no SSH keys, no public IPs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auditable via CloudWatch Logs / S3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 Amazon-owned EC2 AMIs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8928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46520" y="2423160"/>
            <a:ext cx="5029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agent pre-installed on AL2, AL2023, Ubuntu,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AMIs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makes OUTBOUND HTTPS to SSM endpoints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ssm start-session relays your shell through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existing connection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on instance (AmazonSSMManagedInstanceCore)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IAM permission on your calling identity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 Plugin required on client side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inbound listener = nothing to attack on port 22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vs Session Manager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production shops are migrating away from SSH for management access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1645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0" y="16459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4712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model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on port 22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0" y="21488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from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IP needed?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(or bastion)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0" y="2651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works from private subnets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1124712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154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keys you have to manage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89520" y="315468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no key material on your laptop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auditing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657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sshd logs on each instance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36576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optional session recordings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605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4160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 on every managed host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416052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inbound — nothing to scan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6634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66160" y="46634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Linux users per instance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89520" y="466344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identities, everywhere, once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Endpoints — Gateway vs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flavours. Different mechanics. Both appear in this lab.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Endpoint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lab for S3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S3 and DynamoDB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ENI — adds a prefix-list route to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route tables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— no hourly charge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per route table, not per subnet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stays on AWS backbone —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avoids NAT data-processing fees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Endpoint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17804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this lab for SSM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46520" y="25603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AWS service (SSM, KMS, Secrets,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STS, ECR, etc.)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ENI in your subnet —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a private IP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DNS resolves service hostnames to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ENI, transparently</a:t>
            </a:r>
            <a:endParaRPr lang="en-US" sz="130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~$0.01/hour per endpoint per AZ + data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by a security group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have both: S3 via Gateway endpoint (free), SSM via Interface endpoints (management backstop)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#1 — NAT Gateway in the wrong subnet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NAT Gateway in a private subnet is a dead 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EC2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default: IGW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 drops packet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public IP to NAT from)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sits unused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private subnet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103120"/>
            <a:ext cx="53035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EC2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default: NAT Gateway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(in public subnet)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 → Internet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returns via reverse path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Gateway needs its own path to an IGW. That path only exists in a public subnet.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route attributes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attribute you pick is the resource type you mean — they are not interchangeable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645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38160" y="16459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value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24712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gateway_id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91840" y="23317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Gateway, Virtual Private Gateway, Carrier Gateway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38160" y="23317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aws_internet_gateway.main.id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nat_gateway_id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0175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38160" y="30175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aws_nat_gateway.main.id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03320"/>
            <a:ext cx="11247120" cy="6858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033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transit_gateway_id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7033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Gateway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38160" y="37033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aws_ec2_transit_gateway.hub.id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vpc_endpoint_id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43891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(Auto-set by AWS for Gateway endpoints — don't set manually)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38160" y="4389120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394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these up is a common gotcha. Terraform will reject gateway_id = aws_nat_gateway.x.id with a cryptic error.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read IAM &amp; endpoint policies backwards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Resource → Principal → Effect gives a natural sentence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Deny policy we found: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"Version": "2012-10-17",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"Statement": [{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"Effect":   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"Deny",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"Principal": "*",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"Action":    "s3:*",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"Resource":  "*"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backwards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0" y="23317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22860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s3:*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S3 API 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3154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any S3 resource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40690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4023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anyone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4937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48920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Deny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denied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vs AccessDenied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diagnostic signal in AWS troubleshooting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hangs with no response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you: NETWORK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29260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routes missing or wrong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blocking egress or ingress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 not reachable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 not associated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right RT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denying traffic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7830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error response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you: AUTHORISATION problem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46520" y="292608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on instance lacks the action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or resource policy denies caller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 policy denies action</a:t>
            </a:r>
            <a:endParaRPr lang="en-US" sz="13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SCP at the org level denies it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boundary blocking it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fix: aws s3 ls hung forever. After fix: AccessDenied in milliseconds. That's the signal shift.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taint &amp; -replace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Forcing a destroy-and-recreate cycle when something is stuck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928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used it in this lab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21945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agent had tried and failed to register at boot (before the Interface endpoints existed). Even after adding the endpoints, the agent had backed off and would not retry. A fresh instance boot, with endpoints already in place, fixed it immediately.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41148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taint aws_instance.private
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(0.15.2+):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terraform apply -replace=aws_instance.private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3566160"/>
            <a:ext cx="5486400" cy="2560320"/>
          </a:xfrm>
          <a:prstGeom prst="roundRect">
            <a:avLst>
              <a:gd name="adj" fmla="val 357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46520" y="406908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+ recreates — data on the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is GONE unless snapshotted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modify config or state values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SSM agent, cloud-init,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userdata, cert generation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vs labels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and names can lie — always check the behaviour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8470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is public IF AND ONLY IF its route table has a 0.0.0.0/0 route to an IGW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2288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5168" y="35661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6" y="367588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6688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00888" y="434340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tagged "public" with no IGW route. Leftovers from refactors and copy-paste errors.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267048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49928" y="35661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56" y="367588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1448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4495648" y="434340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"prod-sg" reused in staging. "app-role" attached to a lambda. Labels drift from reality over time.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8061808" y="338328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44688" y="35661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4416" y="3675888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76208" y="3611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8290408" y="434340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comments, wiki pages, runbooks — all optional reading for drift. The AWS console is the truth.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stacked authorisation layers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S3 call from this instance has to pass all three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08760" y="19019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01168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18105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2286000" y="21945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endpoint + route tables make the packet physically reachable to S3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83464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306324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063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1508760" y="309067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32004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286000" y="29992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Resource-based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286000" y="3383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policy + bucket policy — "Is this action allowed THROUGH this resource?"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57200" y="402336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85800" y="425196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85800" y="4251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7"/>
          <p:cNvSpPr/>
          <p:nvPr/>
        </p:nvSpPr>
        <p:spPr>
          <a:xfrm>
            <a:off x="1508760" y="427939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488" y="438912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286000" y="41879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Identity-based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2286000" y="45720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 on the instance — "Is this identity allowed to perform this action?"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must allow. Any single layer denies → call fails.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carry into every future VPC networking incident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goes in public subnets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1488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needs its own IGW path. Private subnets can't give it one.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5080" y="19202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83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endpoints = route table association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132320" y="214884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with the RT of the subnets that need the service. Not all subnets benefit.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47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00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policies can silently block traffic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417320" y="35661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an independent Deny layer. Even if IAM allows, Deny here wins.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01752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5080" y="3337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447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2004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vs AccessDenied is gold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32320" y="356616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= network. Fast error = auth. This one signal pattern cuts diagnosis time in half.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43484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6460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617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policies backwards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417320" y="4983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Resource → Principal → Effect. Makes intent instantly readable.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72200" y="443484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55080" y="47548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486460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6177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ground truth, not labels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132320" y="4983480"/>
            <a:ext cx="4526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lie. A subnet is public only if its RT says so.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real incident would look different from this sim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8912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VPCs put NAT in every public subnet across AZs. Single-AZ NAT is a SPOF.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651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endpoint policies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3891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policies list specific bucket ARNs and specific actions — not s3:* on *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57200" y="352044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4747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may not be available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8912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VPC provisions SSM Interface endpoints. In a real NAT outage you may not get in.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3484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4297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Analyzer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3891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has a tool that traces theoretical packet paths. Worth knowing for your next incident.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457200" y="51663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2578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5120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 &amp; runbooks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38912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incidents involve tickets, Slack updates, and post-mortems — not just terraform apply.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084 — cloud-engineer-labs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084 — NAT Gateway &amp; VPC Endpoints</dc:title>
  <dc:subject>PptxGenJS Presentation</dc:subject>
  <dc:creator>PptxGenJS</dc:creator>
  <cp:lastModifiedBy>PptxGenJS</cp:lastModifiedBy>
  <cp:revision>1</cp:revision>
  <dcterms:created xsi:type="dcterms:W3CDTF">2026-04-22T08:00:44Z</dcterms:created>
  <dcterms:modified xsi:type="dcterms:W3CDTF">2026-04-22T08:00:44Z</dcterms:modified>
</cp:coreProperties>
</file>