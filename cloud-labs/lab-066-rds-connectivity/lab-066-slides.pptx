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0"/>
            <a:ext cx="13716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457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LAB 066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Unreachable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Security Group Issues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6974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AWS VPC · RDS MySQL · Security Groups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429000"/>
            <a:ext cx="594360" cy="5943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5204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" y="4114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FC0"/>
                </a:solidFill>
              </a:rPr>
              <a:t>Security Groups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3429000"/>
            <a:ext cx="594360" cy="5943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5204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0" y="4114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FC0"/>
                </a:solidFill>
              </a:rPr>
              <a:t>RDS MySQL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17720" y="3429000"/>
            <a:ext cx="594360" cy="5943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5204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34840" y="4114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FC0"/>
                </a:solidFill>
              </a:rPr>
              <a:t>VPC Networking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766560" y="3429000"/>
            <a:ext cx="594360" cy="5943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204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83680" y="4114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FC0"/>
                </a:solidFill>
              </a:rPr>
              <a:t>Public Access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in Plain English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347472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097280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887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828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Guest List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33172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 security group only allows traffic from 10.0.99.0/24 — but the app lives at 10.0.1.0/24. The connection is silently dropped.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0" y="960120"/>
            <a:ext cx="2697480" cy="347472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960120"/>
            <a:ext cx="269748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51960" y="1097280"/>
            <a:ext cx="594360" cy="5943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1887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00400" y="1828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Can't Respond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37560" y="233172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egress rule on the DB security group. Even if traffic gets in, the database can't send a response back.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80760" y="960120"/>
            <a:ext cx="2697480" cy="347472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960120"/>
            <a:ext cx="26974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0" y="1097280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1887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0760" y="1828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Door Left Open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17920" y="233172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publicly_accessible = true exposes the DB to the internet — and in a private VPC, prevents creation entirely.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IP Ranges &amp; CIDRs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A8A6"/>
                </a:solidFill>
              </a:rPr>
              <a:t>How to read a CIDR block: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1188720" cy="59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A8A6"/>
                </a:solidFill>
              </a:rPr>
              <a:t>Network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1325880"/>
            <a:ext cx="1188720" cy="59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1325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00200" y="1965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A8A6"/>
                </a:solidFill>
              </a:rPr>
              <a:t>Network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1325880"/>
            <a:ext cx="1188720" cy="59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1325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880360" y="1965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A8A6"/>
                </a:solidFill>
              </a:rPr>
              <a:t>Subnet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0520" y="1325880"/>
            <a:ext cx="1188720" cy="594360"/>
          </a:xfrm>
          <a:prstGeom prst="rect">
            <a:avLst/>
          </a:prstGeom>
          <a:solidFill>
            <a:srgbClr val="1B3A4B"/>
          </a:solidFill>
          <a:ln w="12700">
            <a:solidFill>
              <a:srgbClr val="8EA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325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160520" y="1965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FC0"/>
                </a:solidFill>
              </a:rPr>
              <a:t>Hosts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40680" y="13258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A8A6"/>
                </a:solidFill>
              </a:rPr>
              <a:t>/ 24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19659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FC0"/>
                </a:solidFill>
              </a:rPr>
              <a:t>First 24 bits fixed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90472" y="1280160"/>
            <a:ext cx="109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.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770632" y="1280160"/>
            <a:ext cx="109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.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050792" y="1280160"/>
            <a:ext cx="109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.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0040" y="23317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/24 rule: the first 3 octets are fixed (the network). Only the last octet changes (hosts 0–255).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788920"/>
            <a:ext cx="192024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788920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2788920"/>
            <a:ext cx="164592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13432" y="27889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86200" y="2788920"/>
            <a:ext cx="27432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59352" y="2788920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Range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788920"/>
            <a:ext cx="219456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02552" y="278892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traffic from app?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172968"/>
            <a:ext cx="19202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317296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10.0.1.0/24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40280" y="3172968"/>
            <a:ext cx="16459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13432" y="31729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10.0.1.x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86200" y="3172968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59352" y="3172968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10.0.1.0 – 10.0.1.255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29400" y="3172968"/>
            <a:ext cx="21945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02552" y="317296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3557016"/>
            <a:ext cx="1920240" cy="38404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3557016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10.0.99.0/24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240280" y="3557016"/>
            <a:ext cx="1645920" cy="38404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13432" y="355701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10.0.99.x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886200" y="3557016"/>
            <a:ext cx="2743200" cy="38404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59352" y="3557016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10.0.99.0 – 10.0.99.255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629400" y="3557016"/>
            <a:ext cx="2194560" cy="38404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02552" y="3557016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different subnet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" y="3941064"/>
            <a:ext cx="19202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" y="3941064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10.0.0.0/16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240280" y="3941064"/>
            <a:ext cx="16459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13432" y="3941064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10.0.x.x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886200" y="3941064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59352" y="3941064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 – 10.0.255.255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629400" y="3941064"/>
            <a:ext cx="21945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02552" y="3941064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broad match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IP ranges to know: 10.0.0.0/8  ·  172.16.0.0/12  ·  192.168.0.0/16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Order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11430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73152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4440" y="123444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325880"/>
            <a:ext cx="365760" cy="365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46720" y="1051560"/>
            <a:ext cx="68580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0" y="1051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Fix First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920240" y="1051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publicly_accessible = false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920240" y="141732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fixed first. With publicly_accessible = true, AWS refuses to create the RDS instance at all in a VPC without an internet gateway.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2258568"/>
            <a:ext cx="8503920" cy="11430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2258568"/>
            <a:ext cx="73152" cy="114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2532888"/>
            <a:ext cx="548640" cy="5486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234440" y="2532888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624328"/>
            <a:ext cx="365760" cy="36576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046720" y="2350008"/>
            <a:ext cx="68580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46720" y="23500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Silent Drop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920240" y="23500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Wrong CIDR in ingress rule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920240" y="271576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cidr_blocks = ["10.0.99.0/24"] to security_groups = [aws_security_group.app.id]. Traffic from the app is silently dropped until this is corrected.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20040" y="3557016"/>
            <a:ext cx="8503920" cy="11430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20040" y="3557016"/>
            <a:ext cx="73152" cy="114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2920" y="3831336"/>
            <a:ext cx="548640" cy="5486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292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34440" y="3831336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922776"/>
            <a:ext cx="365760" cy="36576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8046720" y="3648456"/>
            <a:ext cx="68580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046720" y="3648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 Response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920240" y="364845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egress rule to DB security group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920240" y="4014216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egress { from_port = 0, to_port = 0, protocol = "-1" }. Terraform does not add a default egress rule unlike the AWS console.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Groups: Ingress vs Egress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023360" cy="36576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023360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INGRESS — Inbound Traffic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371600" cy="384048"/>
          </a:xfrm>
          <a:prstGeom prst="rect">
            <a:avLst/>
          </a:prstGeom>
          <a:solidFill>
            <a:srgbClr val="1B4F5E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17320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1417320"/>
            <a:ext cx="1280160" cy="384048"/>
          </a:xfrm>
          <a:prstGeom prst="rect">
            <a:avLst/>
          </a:prstGeom>
          <a:solidFill>
            <a:srgbClr val="1B4F5E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92224" y="141732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Value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1417320"/>
            <a:ext cx="1280160" cy="384048"/>
          </a:xfrm>
          <a:prstGeom prst="rect">
            <a:avLst/>
          </a:prstGeom>
          <a:solidFill>
            <a:srgbClr val="1B4F5E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141732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Value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801368"/>
            <a:ext cx="1371600" cy="384048"/>
          </a:xfrm>
          <a:prstGeom prst="rect">
            <a:avLst/>
          </a:prstGeom>
          <a:solidFill>
            <a:srgbClr val="1A3A4A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1801368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37360" y="1801368"/>
            <a:ext cx="1280160" cy="384048"/>
          </a:xfrm>
          <a:prstGeom prst="rect">
            <a:avLst/>
          </a:prstGeom>
          <a:solidFill>
            <a:srgbClr val="1A3A4A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92224" y="1801368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1801368"/>
            <a:ext cx="1280160" cy="384048"/>
          </a:xfrm>
          <a:prstGeom prst="rect">
            <a:avLst/>
          </a:prstGeom>
          <a:solidFill>
            <a:srgbClr val="1A3A4A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72384" y="1801368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185416"/>
            <a:ext cx="1371600" cy="38404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2185416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2185416"/>
            <a:ext cx="1280160" cy="38404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92224" y="2185416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17520" y="2185416"/>
            <a:ext cx="1280160" cy="38404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72384" y="2185416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569464"/>
            <a:ext cx="1371600" cy="384048"/>
          </a:xfrm>
          <a:prstGeom prst="rect">
            <a:avLst/>
          </a:prstGeom>
          <a:solidFill>
            <a:srgbClr val="1A3A4A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2569464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37360" y="2569464"/>
            <a:ext cx="1280160" cy="384048"/>
          </a:xfrm>
          <a:prstGeom prst="rect">
            <a:avLst/>
          </a:prstGeom>
          <a:solidFill>
            <a:srgbClr val="1A3A4A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92224" y="2569464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17520" y="2569464"/>
            <a:ext cx="1280160" cy="384048"/>
          </a:xfrm>
          <a:prstGeom prst="rect">
            <a:avLst/>
          </a:prstGeom>
          <a:solidFill>
            <a:srgbClr val="1A3A4A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72384" y="2569464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953512"/>
            <a:ext cx="1371600" cy="38404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2953512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37360" y="2953512"/>
            <a:ext cx="1280160" cy="38404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92224" y="2953512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cidr: 10.0.99.0/24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17520" y="2953512"/>
            <a:ext cx="1280160" cy="38404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72384" y="2953512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sg: app-sg id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914400"/>
            <a:ext cx="4023360" cy="36576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914400"/>
            <a:ext cx="4023360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9144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EGRESS — Outbound Traffic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37760" y="1463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A6"/>
                </a:solidFill>
              </a:rPr>
              <a:t>AWS Console default: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</a:rPr>
              <a:t>Automatically adds allow-all egress (0.0.0.0/0)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37760" y="2194560"/>
            <a:ext cx="374904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2331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Terraform default: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37760" y="2606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</a:rPr>
              <a:t>No egress rule unless you define one. Omitting egress can block all outbound traffic.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37760" y="3200400"/>
            <a:ext cx="374904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33375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Always add an explicit egress block: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37760" y="3611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from_port = 0  ·  to_port = 0
</a:t>
            </a:r>
            <a:pPr indent="0" marL="0">
              <a:buNone/>
            </a:pPr>
            <a:r>
              <a:rPr lang="en-US" sz="1050" dirty="0">
                <a:solidFill>
                  <a:srgbClr val="E8F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 = "-1"  ·  cidr = 0.0.0.0/0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Diagnostic Signals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8686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005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timed out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silently dropped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1051560"/>
            <a:ext cx="36576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A6"/>
                </a:solidFill>
              </a:rPr>
              <a:t>Root cause: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4880" y="1325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blocking traffic — no rule matches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1965960"/>
            <a:ext cx="8503920" cy="8686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1965960"/>
            <a:ext cx="73152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2103120"/>
            <a:ext cx="548640" cy="5486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456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34440" y="20116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refused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23444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actively rejected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0" y="2057400"/>
            <a:ext cx="36576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5488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A6"/>
                </a:solidFill>
              </a:rPr>
              <a:t>Root cause: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754880" y="2331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not listening on that port, or different firewall type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20040" y="2971800"/>
            <a:ext cx="8503920" cy="8686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20040" y="2971800"/>
            <a:ext cx="73152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2920" y="3108960"/>
            <a:ext cx="548640" cy="5486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34440" y="3017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resolution failure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234440" y="3429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can't resolve hostname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0" y="3063240"/>
            <a:ext cx="36576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548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A6"/>
                </a:solidFill>
              </a:rPr>
              <a:t>Root cause: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754880" y="3337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reach a private RDS endpoint from outside the VPC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20040" y="3977640"/>
            <a:ext cx="8503920" cy="8686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320040" y="3977640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02920" y="41148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206240"/>
            <a:ext cx="365760" cy="3657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34440" y="4023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InvalidVPCNetworkStateFault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1234440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API rejected the request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4572000" y="4069080"/>
            <a:ext cx="36576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75488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A6"/>
                </a:solidFill>
              </a:rPr>
              <a:t>Root cause: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4754880" y="4343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publicly_accessible = true in a VPC with no internet gateway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71323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73152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A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show aws_db_instance.main | grep endpoint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RDS endpoint from state when no outputs.tf is defined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64792"/>
            <a:ext cx="8503920" cy="71323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64792"/>
            <a:ext cx="73152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10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A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show aws_subnet.app | grep cidr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actual CIDR of the app subnet to compare against SG rules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69464"/>
            <a:ext cx="8503920" cy="71323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569464"/>
            <a:ext cx="73152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151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A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 -zv &lt;rds-endpoint&gt; 3306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953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TCP port 3306 reachability from inside the VPC (-z = no data, -v = verbose)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74136"/>
            <a:ext cx="8503920" cy="71323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374136"/>
            <a:ext cx="73152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1985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A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 5 bash -c 'echo &gt; /dev/tcp/&lt;host&gt;/3306'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758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Pure-bash TCP test — works on minimal systems where nc is not installed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178808"/>
            <a:ext cx="8503920" cy="71323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178808"/>
            <a:ext cx="73152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A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netcat-openbsd -y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562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netcat globally on the Pi (apt installs system-wide, not per-directory)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Production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02336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Lab Simplification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914400"/>
            <a:ext cx="402336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Production Reality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53312"/>
            <a:ext cx="4023360" cy="59436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533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= "changeme123" in plain text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353312"/>
            <a:ext cx="4023360" cy="59436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533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manage_master_user_password = true — RDS rotates via Secrets Manager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011680"/>
            <a:ext cx="4023360" cy="594360"/>
          </a:xfrm>
          <a:prstGeom prst="rect">
            <a:avLst/>
          </a:prstGeom>
          <a:solidFill>
            <a:srgbClr val="162535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116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Single-AZ deployment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011680"/>
            <a:ext cx="4023360" cy="594360"/>
          </a:xfrm>
          <a:prstGeom prst="rect">
            <a:avLst/>
          </a:prstGeom>
          <a:solidFill>
            <a:srgbClr val="162535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0116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multi_az = true — synchronous standby in a different AZ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70048"/>
            <a:ext cx="4023360" cy="59436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700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storage encryption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670048"/>
            <a:ext cx="4023360" cy="59436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6700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storage_encrypted = true with a KMS key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328416"/>
            <a:ext cx="4023360" cy="594360"/>
          </a:xfrm>
          <a:prstGeom prst="rect">
            <a:avLst/>
          </a:prstGeom>
          <a:solidFill>
            <a:srgbClr val="162535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2841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deletion protection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328416"/>
            <a:ext cx="4023360" cy="594360"/>
          </a:xfrm>
          <a:prstGeom prst="rect">
            <a:avLst/>
          </a:prstGeom>
          <a:solidFill>
            <a:srgbClr val="162535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32841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deletion_protection = true — prevents accidental destroy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986784"/>
            <a:ext cx="4023360" cy="59436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8678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986784"/>
            <a:ext cx="4023360" cy="59436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8678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monitoring_interval + performance_insights_enabled = true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6858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33272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2471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96012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publicly_accessible first — it blocks infrastructure creation in a private VPC and is a security risk in a public one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0040" y="1764792"/>
            <a:ext cx="8503920" cy="6858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837944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9384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176479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must match the actual source subnet — 10.0.99.0/24 is completely different from 10.0.1.0/24; traffic is silently dropped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20040" y="2569464"/>
            <a:ext cx="8503920" cy="6858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642616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34056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569464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security group references, not CIDRs — security_groups = [sg id] is more robust and survives subnet changes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320040" y="3374136"/>
            <a:ext cx="8503920" cy="6858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3447288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3872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43000" y="3374136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requires explicit egress rules — the AWS console adds allow-all egress by default; Terraform does not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320040" y="4178808"/>
            <a:ext cx="8503920" cy="6858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425196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4340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417880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= silent drop (security group); Refused = active rejection — these are different signals pointing to different causes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066 — RDS Security Group Issues</dc:title>
  <dc:subject>PptxGenJS Presentation</dc:subject>
  <dc:creator>PptxGenJS</dc:creator>
  <cp:lastModifiedBy>PptxGenJS</cp:lastModifiedBy>
  <cp:revision>1</cp:revision>
  <dcterms:created xsi:type="dcterms:W3CDTF">2026-03-12T08:02:23Z</dcterms:created>
  <dcterms:modified xsi:type="dcterms:W3CDTF">2026-03-12T08:02:23Z</dcterms:modified>
</cp:coreProperties>
</file>