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Import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Resource Adoption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manually-created AWS infrastructure under Terraform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429000"/>
            <a:ext cx="1920240" cy="347472"/>
          </a:xfrm>
          <a:prstGeom prst="rect">
            <a:avLst/>
          </a:prstGeom>
          <a:solidFill>
            <a:srgbClr val="0B7A84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State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3429000"/>
            <a:ext cx="1920240" cy="347472"/>
          </a:xfrm>
          <a:prstGeom prst="rect">
            <a:avLst/>
          </a:prstGeom>
          <a:solidFill>
            <a:srgbClr val="0B7A84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import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3429000"/>
            <a:ext cx="1920240" cy="347472"/>
          </a:xfrm>
          <a:prstGeom prst="rect">
            <a:avLst/>
          </a:prstGeom>
          <a:solidFill>
            <a:srgbClr val="0B7A84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Adoption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3429000"/>
            <a:ext cx="1920240" cy="347472"/>
          </a:xfrm>
          <a:prstGeom prst="rect">
            <a:avLst/>
          </a:prstGeom>
          <a:solidFill>
            <a:srgbClr val="0B7A84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429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⭐⭐⭐ Advanced   |   Time: 20–25 min   |   Category: Terraform / State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state file. That's the problem.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0" cy="329184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built AWS resources manually — clicking around in the console instead of writing Terraform code.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.tf config files exist. The AWS resources exist. But the terraform.tfstate file does not.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has no idea those resources are there.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097280"/>
            <a:ext cx="3291840" cy="329184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95160" y="1188720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2801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6072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Run apply Now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60720" y="201168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sees no state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nothing exists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to CREATE everything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or failures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orphaned infra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solidFill>
            <a:srgbClr val="0B7A84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INCIDENT-TF-005: Need to import manually-created VPC, subnet, and security group into Terraform state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071 — Terraform Import  |  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terraform import actually do?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4460" y="125730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13578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AWS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2860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AWS API to fetch the real resource using its ID. Reads every attribute — CIDR blocks, tags, rules, settings.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0540" y="125730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135788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State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2860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resource in terraform.tfstate, linking it to the resource block in your .tf file. Only the state file changes.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46620" y="1257300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4" y="135788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 Changes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22860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created, modified, or destroyed in AWS. Import is purely a state operation. The real resource is untouched.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6576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syntax: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11480" y="466344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&lt;resource-address&gt; &lt;aws-resource-id&gt;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071 — Terraform Import  |  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LAB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setup.sh to simulate ClickOps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20040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34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setup.sh does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AWS CLI to create three resources outside Terraform — exactly as if a human had clicked through the console.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(10.0.0.0/16, DNS hostnames 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 (10.0.1.0/24)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 (ports 80, 443)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saved to .lab-resource-ids for reference.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206240" cy="141732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4900" y="1211580"/>
            <a:ext cx="411480" cy="4114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96" y="12938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check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54880" y="16002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setup.sh runs a preflight that warns you if your CLI default region doesn't match the lab region (eu-west-1). Always check your region before querying for resources manually.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2651760"/>
            <a:ext cx="4206240" cy="164592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4632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63440" y="3063240"/>
            <a:ext cx="4206240" cy="109728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00600" y="3154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 VPC created: vpc-09ac70dae0eb97286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 Subnet created: subnet-03a2998627449caaa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 Security group created: sg-0ee069b28ad6ff880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IDs saved to .lab-resource-ids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071 — Terraform Import  |  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2–3 — ORIENT &amp; CONFIRM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config. Confirm the resources exist in AWS.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main.tf first — the resource addresses here (e.g. aws_vpc.main) are the first argument of every import command.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VPC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8595360" cy="347472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051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describe-vpcs --filters "Name=tag:Name,Values=production-vpc" --query 'Vpcs[0].VpcId' --output text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--filters narrows by tag  |  --query extracts just the ID  |  --output text = plain text, not JSON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subnet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816352"/>
            <a:ext cx="8595360" cy="347472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0779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describe-subnets --filters "Name=tag:Name,Values=public-subnet" --query 'Subnets[0].SubnetId' --output text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— filter by Name tag, extract SubnetId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657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security group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913632"/>
            <a:ext cx="8595360" cy="347472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005072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ec2 describe-security-groups --filters "Name=group-name,Values=web-sg" --query 'SecurityGroups[0].GroupId' --output text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2976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group-name is a native attribute, not a tag — different filter key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071 — Terraform Import  |  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INIT &amp; SEE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init, then terraform plan — before importing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plan before importing so you can see exactly what the problem looks like. Terraform has no state — it plans to create everything from scratch.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14800" cy="59436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54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8595360" cy="233172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304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plan shows (before import)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8595360" cy="173736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9748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aws_vpc.main will be created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resource "aws_vpc" "main" { ...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aws_subnet.public will be created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resource "aws_subnet" "public" { ...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aws_security_group.web will be created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resource "aws_security_group" "web" { ...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Plan: 3 to add, 0 to change, 0 to destroy.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4590288"/>
            <a:ext cx="8595360" cy="347472"/>
          </a:xfrm>
          <a:prstGeom prst="rect">
            <a:avLst/>
          </a:prstGeom>
          <a:solidFill>
            <a:srgbClr val="1A0A0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run terraform apply here — it would try to create duplicates of resources that already exist in AWS.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071 — Terraform Import  |  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IMPORT EACH RESOURCE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import — linking state to reality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VPC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07592"/>
            <a:ext cx="8595360" cy="32004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99032"/>
            <a:ext cx="83210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aws_vpc.main &lt;vpc-id&gt;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Subnet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32004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57400"/>
            <a:ext cx="83210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aws_subnet.public &lt;subnet-id&gt;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3682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Security Group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24328"/>
            <a:ext cx="8595360" cy="32004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15768"/>
            <a:ext cx="83210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aws_security_group.web &lt;sg-id&gt;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state after all three imports: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410712"/>
            <a:ext cx="4114800" cy="32004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02152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840480"/>
            <a:ext cx="4114800" cy="100584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format varies by resource type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245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VPCs → vpc-xxx  |  Subnets → subnet-xxx  |  Security groups → sg-xxx  |  S3 buckets → bucket name  |  IAM roles → role 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Terraform provider docs 'Import' section for every resource type.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840480"/>
            <a:ext cx="4206240" cy="100584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successful — what you'll see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224528"/>
            <a:ext cx="4206240" cy="59436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3159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successful!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resources are now in your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071 — Terraform Import  |  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CHECK FOR DRIFT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after import — does your config match reality?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301752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612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drift we hit in this lab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5029200" cy="658368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description = "Web security group"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-&gt; "Managed by Terraform"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# forces replacement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 didn't specify a description on the security group. Terraform's default is "Managed by Terraform".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description is immutable on a security group, Terraform planned to DESTROY and RECREATE it — not just update 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description = "Web security group" to main.tf to match what the setup script created.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051560"/>
            <a:ext cx="3291840" cy="132588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11612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in main.tf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463040"/>
            <a:ext cx="3291840" cy="804672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554480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"aws_security_group" "web"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= "web-sg"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 = "Web security group"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vpc_id      = aws_vpc.main.id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2496312"/>
            <a:ext cx="3291840" cy="1572768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plan — what you want to see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2926080"/>
            <a:ext cx="3291840" cy="100584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0175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changes. Your infrastructure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 the configuration.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has compared your real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 against your config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found no differences.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071 — Terraform Import  |  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&amp; REAL LIFE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Teardown, common mistakes, and real-world notes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228600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" y="1165860"/>
            <a:ext cx="411480" cy="4114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24815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34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600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(lab completed):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892808"/>
            <a:ext cx="4114800" cy="32004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984248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owns the resources — let it clean up.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Bail-out / broken state: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834640"/>
            <a:ext cx="4114800" cy="320040"/>
          </a:xfrm>
          <a:prstGeom prst="rect">
            <a:avLst/>
          </a:prstGeom>
          <a:solidFill>
            <a:srgbClr val="07111A"/>
          </a:solidFill>
          <a:ln w="6350">
            <a:solidFill>
              <a:srgbClr val="0B7A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926080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teardown.sh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3191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via CLI regardless of state.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1051560"/>
            <a:ext cx="4206240" cy="228600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60620" y="1165860"/>
            <a:ext cx="411480" cy="4114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916" y="1248156"/>
            <a:ext cx="246888" cy="2468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1234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754880" y="1600200"/>
            <a:ext cx="3931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apply before importing — creates duplicates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resource address — must match .tf file exactly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ID format — check provider docs Import section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drift — import succeeds even with mismatches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description — immutable field, forces replace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74320" y="3474720"/>
            <a:ext cx="8595360" cy="1371600"/>
          </a:xfrm>
          <a:prstGeom prst="rect">
            <a:avLst/>
          </a:prstGeom>
          <a:solidFill>
            <a:srgbClr val="112233"/>
          </a:solidFill>
          <a:ln w="6350">
            <a:solidFill>
              <a:srgbClr val="0B7A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71500" y="3634740"/>
            <a:ext cx="411480" cy="4114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3717036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1560" y="3703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51560" y="404164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the .tf config yourself (reverse-engineering ClickOps). </a:t>
            </a:r>
            <a:pPr indent="0" marL="0">
              <a:buNone/>
            </a:pPr>
            <a:r>
              <a:rPr lang="en-US" sz="105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 -generate-config-out=generated.tf</a:t>
            </a:r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(Terraform 1.5+) can draft a starting point.  |  Always back up state before importing in production.  |  Modern GitOps teams use </a:t>
            </a:r>
            <a:pPr indent="0" marL="0">
              <a:buNone/>
            </a:pPr>
            <a:r>
              <a:rPr lang="en-US" sz="1050" b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{}</a:t>
            </a:r>
            <a:pPr indent="0" marL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blocks in .tf files instead of CLI commands — version-controlled and repeatable.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071 — Terraform Import  |  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071 — Terraform Import and Resource Adoption</dc:title>
  <dc:subject>PptxGenJS Presentation</dc:subject>
  <dc:creator>PptxGenJS</dc:creator>
  <cp:lastModifiedBy>PptxGenJS</cp:lastModifiedBy>
  <cp:revision>1</cp:revision>
  <dcterms:created xsi:type="dcterms:W3CDTF">2026-04-08T13:24:25Z</dcterms:created>
  <dcterms:modified xsi:type="dcterms:W3CDTF">2026-04-08T13:24:25Z</dcterms:modified>
</cp:coreProperties>
</file>