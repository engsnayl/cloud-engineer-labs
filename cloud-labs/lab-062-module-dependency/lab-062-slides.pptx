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371600" cy="384048"/>
          </a:xfrm>
          <a:prstGeom prst="rect">
            <a:avLst>
              <a:gd name="adj" fmla="val 11905"/>
            </a:avLst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Won't Apply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Issues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4114800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Modules  ·  Intermediate  ·  15–20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920240" cy="347472"/>
          </a:xfrm>
          <a:prstGeom prst="rect">
            <a:avLst/>
          </a:prstGeom>
          <a:solidFill>
            <a:srgbClr val="13253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108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References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3108960"/>
            <a:ext cx="1920240" cy="347472"/>
          </a:xfrm>
          <a:prstGeom prst="rect">
            <a:avLst/>
          </a:prstGeom>
          <a:solidFill>
            <a:srgbClr val="132535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3108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outputs.tf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108960"/>
            <a:ext cx="1920240" cy="347472"/>
          </a:xfrm>
          <a:prstGeom prst="rect">
            <a:avLst/>
          </a:prstGeom>
          <a:solidFill>
            <a:srgbClr val="13253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108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Chain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and why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438912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INCIDENT-TF-003  ·  Terraform apply failing with dependency errors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0233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783080"/>
            <a:ext cx="42062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28800"/>
            <a:ext cx="694944" cy="69494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9" y="1967789"/>
            <a:ext cx="416966" cy="41696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2395728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Terraform config was refactored into two modules — </a:t>
            </a:r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references between them are now broken. Terraform cannot even generate a plan.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828800"/>
            <a:ext cx="694944" cy="69494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869" y="1967789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bugs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754880" y="239572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1: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Wrong module name — references module.networking but module is declared as module.vpc
</a:t>
            </a:r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2: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Wrong output name — references private_subnet but the output is private_subnet_id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Reference Rule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pattern before touching any code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A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module.&lt;LABEL&gt;.&lt;OUTPUT_NAME&gt;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269748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65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in quotes after the word module in your module block.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"vpc"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label is vpc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96596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965960"/>
            <a:ext cx="269748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965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D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42316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notation — the separator between the module label and the output name. Same as object property access in most languages.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965960"/>
            <a:ext cx="269748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965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OUTPUT_NAME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42316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name of an output block defined in the module's outputs.tf file. Must match character for character.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is NOT the source path. module "vpc" { source = "./modules/networking" } still references as module.vpc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Pathway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Why → Where to look → How to fix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83080" y="2331720"/>
            <a:ext cx="237744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43000"/>
            <a:ext cx="157276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43000"/>
            <a:ext cx="1572768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Shape 7"/>
          <p:cNvSpPr/>
          <p:nvPr/>
        </p:nvSpPr>
        <p:spPr>
          <a:xfrm>
            <a:off x="832104" y="126187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— read the error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487168"/>
            <a:ext cx="841248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606040"/>
            <a:ext cx="1389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&amp;&amp; terraform plan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errors name the exact broken reference. Read before touching code.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83864" y="2331720"/>
            <a:ext cx="237744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Shape 13"/>
          <p:cNvSpPr/>
          <p:nvPr/>
        </p:nvSpPr>
        <p:spPr>
          <a:xfrm>
            <a:off x="2020824" y="1143000"/>
            <a:ext cx="157276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20824" y="1143000"/>
            <a:ext cx="1572768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Shape 15"/>
          <p:cNvSpPr/>
          <p:nvPr/>
        </p:nvSpPr>
        <p:spPr>
          <a:xfrm>
            <a:off x="2532888" y="126187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2532888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12264" y="192024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declared module names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86584" y="2487168"/>
            <a:ext cx="841248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/>
          <p:nvPr/>
        </p:nvSpPr>
        <p:spPr>
          <a:xfrm>
            <a:off x="2112264" y="2606040"/>
            <a:ext cx="1389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-n 'module "' main.tf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what labels actually exist. networking won't appear — only vpc and ec2.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84648" y="2331720"/>
            <a:ext cx="237744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3" name="Shape 21"/>
          <p:cNvSpPr/>
          <p:nvPr/>
        </p:nvSpPr>
        <p:spPr>
          <a:xfrm>
            <a:off x="3721608" y="1143000"/>
            <a:ext cx="157276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21608" y="1143000"/>
            <a:ext cx="1572768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Shape 23"/>
          <p:cNvSpPr/>
          <p:nvPr/>
        </p:nvSpPr>
        <p:spPr>
          <a:xfrm>
            <a:off x="4233672" y="126187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4233672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13048" y="192024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outputs file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87368" y="2487168"/>
            <a:ext cx="841248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" name="Text 27"/>
          <p:cNvSpPr/>
          <p:nvPr/>
        </p:nvSpPr>
        <p:spPr>
          <a:xfrm>
            <a:off x="3813048" y="2606040"/>
            <a:ext cx="1389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modules/vpc/outputs.tf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source of truth for valid output names. Never guess — always read.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85432" y="2331720"/>
            <a:ext cx="237744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1" name="Shape 29"/>
          <p:cNvSpPr/>
          <p:nvPr/>
        </p:nvSpPr>
        <p:spPr>
          <a:xfrm>
            <a:off x="5422392" y="1143000"/>
            <a:ext cx="157276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22392" y="1143000"/>
            <a:ext cx="1572768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3" name="Shape 31"/>
          <p:cNvSpPr/>
          <p:nvPr/>
        </p:nvSpPr>
        <p:spPr>
          <a:xfrm>
            <a:off x="5934456" y="126187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4" name="Text 32"/>
          <p:cNvSpPr/>
          <p:nvPr/>
        </p:nvSpPr>
        <p:spPr>
          <a:xfrm>
            <a:off x="5934456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13832" y="192024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both fixes in main.tf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88152" y="2487168"/>
            <a:ext cx="841248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7" name="Text 35"/>
          <p:cNvSpPr/>
          <p:nvPr/>
        </p:nvSpPr>
        <p:spPr>
          <a:xfrm>
            <a:off x="5513832" y="2606040"/>
            <a:ext cx="1389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module.networking.vpc_id  →  module.vpc.vpc_id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module.vpc.private_subnet  →  module.vpc.private_subnet_id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23176" y="1143000"/>
            <a:ext cx="157276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23176" y="1143000"/>
            <a:ext cx="1572768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0" name="Shape 38"/>
          <p:cNvSpPr/>
          <p:nvPr/>
        </p:nvSpPr>
        <p:spPr>
          <a:xfrm>
            <a:off x="7635240" y="126187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1" name="Text 39"/>
          <p:cNvSpPr/>
          <p:nvPr/>
        </p:nvSpPr>
        <p:spPr>
          <a:xfrm>
            <a:off x="763524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214616" y="192024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validate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88936" y="2487168"/>
            <a:ext cx="841248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4" name="Text 42"/>
          <p:cNvSpPr/>
          <p:nvPr/>
        </p:nvSpPr>
        <p:spPr>
          <a:xfrm>
            <a:off x="7214616" y="2606040"/>
            <a:ext cx="1389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 →  clean plan, 3 to add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./validate.sh  →  both checks pass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Bugs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vs fixed — main.tf ec2 module block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14800" cy="384048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43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"ec2"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= "./modules/ec2"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vpc_id    = module.networking.vpc_id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subnet_id = module.vpc.private_subnet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module.networking does not exist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private_subnet is not a declared output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2697480"/>
            <a:ext cx="457200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4407408" y="2487168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00600" y="114300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143000"/>
            <a:ext cx="4114800" cy="384048"/>
          </a:xfrm>
          <a:prstGeom prst="rect">
            <a:avLst/>
          </a:prstGeom>
          <a:solidFill>
            <a:srgbClr val="004A1A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143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627632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"ec2"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= "./modules/ec2"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vpc_id    = module.vpc.vpc_id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subnet_id = module.vpc.private_subnet_id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module "vpc" declaration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output in modules/vpc/outputs.tf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Dependency Chain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communicate through variables (in) and outputs (out)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926080" cy="3108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292608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module.vpc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55648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aws_vpc.main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aws_subnet.private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via outputs.tf: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private_subnet_id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697480"/>
            <a:ext cx="2286000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outputs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variables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760720" y="1280160"/>
            <a:ext cx="2926080" cy="3108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Shape 12"/>
          <p:cNvSpPr/>
          <p:nvPr/>
        </p:nvSpPr>
        <p:spPr>
          <a:xfrm>
            <a:off x="5760720" y="1280160"/>
            <a:ext cx="292608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1280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module.ec2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1755648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var.vpc_id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var.subnet_id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aws_instance.app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implicit sharing between modules — values must be passed explicitly through variables and outputs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one does and why you run 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6187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2618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providers, initialises modules. Must re-run if module source paths change.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8595360" cy="56692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745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8745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Previews what would be created. Errors here reveal broken references — read them carefully.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14016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871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248716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local syntax + reference check. No AWS calls. Good after every edit.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26664"/>
            <a:ext cx="8595360" cy="56692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9981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-n 'module "' main.tf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09981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declared module labels with line numbers. Confirms what names actually exist.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71246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modules/vpc/outputs.tf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371246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exact output names the VPC module exports. Source of truth for reference names.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32511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'outputs.tf' -exec cat {}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43251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all outputs across all modules. Useful in larger codebases with many modules.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Context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applies beyond the lab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069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16736"/>
            <a:ext cx="694944" cy="69494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7" y="1455725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3533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Registries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modules are published to the Terraform Registry with versioned releases. source = "terraform-aws-modules/vpc/aws" with version = "~&gt; 5.0" instead of local paths.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4069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73168" y="1316736"/>
            <a:ext cx="694944" cy="69494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157" y="1455725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3533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Names are a Contract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9204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an output name in a shared module breaks every caller. This is why version pinning exists — so output names don't change under you.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3017520"/>
            <a:ext cx="4069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4048" y="3145536"/>
            <a:ext cx="694944" cy="69494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7" y="3284525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1821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Terragrunt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2920" y="3749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teams use Terragrunt dependency blocks to auto-wire module outputs, reducing manual wiring errors across large module stacks.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09160" y="3017520"/>
            <a:ext cx="4069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73168" y="3145536"/>
            <a:ext cx="694944" cy="69494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157" y="3284525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31821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terraform-docs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892040" y="3749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Well-maintained modules publish auto-generated READMEs listing every input and output. Saves you reading outputs.tf manually.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062 — Module Dependency Issues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module.&lt;LABEL&gt;.&lt;OUTPUT&gt; — the label is the name in the module block, not the source path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error messages are precise — they name the exact broken reference. Read them before editing.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432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outputs.tf for exact output names. Never assume — a single character difference causes a hard error.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832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communicate only through variables (inputs) and outputs — no implicit sharing exists.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233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must be re-run any time a module source path changes.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062 — Module Dependency Issues</dc:title>
  <dc:subject>PptxGenJS Presentation</dc:subject>
  <dc:creator>PptxGenJS</dc:creator>
  <cp:lastModifiedBy>PptxGenJS</cp:lastModifiedBy>
  <cp:revision>1</cp:revision>
  <dcterms:created xsi:type="dcterms:W3CDTF">2026-03-16T07:54:32Z</dcterms:created>
  <dcterms:modified xsi:type="dcterms:W3CDTF">2026-03-16T07:54:32Z</dcterms:modified>
</cp:coreProperties>
</file>