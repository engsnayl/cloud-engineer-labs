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3840480" cy="3840480"/>
          </a:xfrm>
          <a:prstGeom prst="ellipse">
            <a:avLst/>
          </a:prstGeom>
          <a:solidFill>
            <a:srgbClr val="0C8794">
              <a:alpha val="15000"/>
            </a:srgbClr>
          </a:solidFill>
          <a:ln w="12700">
            <a:solidFill>
              <a:srgbClr val="0C879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22592" y="804672"/>
            <a:ext cx="1316736" cy="13167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8858" y="110093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822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2801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926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bugs. One hardcoded AMI. Missing outputs. A misleading name.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won't catch all of them — but you will.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931920"/>
            <a:ext cx="1463040" cy="329184"/>
          </a:xfrm>
          <a:prstGeom prst="rect">
            <a:avLst/>
          </a:prstGeom>
          <a:solidFill>
            <a:srgbClr val="0C8794">
              <a:alpha val="25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30552" y="3931920"/>
            <a:ext cx="1463040" cy="329184"/>
          </a:xfrm>
          <a:prstGeom prst="rect">
            <a:avLst/>
          </a:prstGeom>
          <a:solidFill>
            <a:srgbClr val="0C8794">
              <a:alpha val="25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30552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58184" y="3931920"/>
            <a:ext cx="1463040" cy="329184"/>
          </a:xfrm>
          <a:prstGeom prst="rect">
            <a:avLst/>
          </a:prstGeom>
          <a:solidFill>
            <a:srgbClr val="0C8794">
              <a:alpha val="25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58184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85816" y="3931920"/>
            <a:ext cx="1463040" cy="329184"/>
          </a:xfrm>
          <a:prstGeom prst="rect">
            <a:avLst/>
          </a:prstGeom>
          <a:solidFill>
            <a:srgbClr val="0C8794">
              <a:alpha val="25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85816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13448" y="3931920"/>
            <a:ext cx="1463040" cy="329184"/>
          </a:xfrm>
          <a:prstGeom prst="rect">
            <a:avLst/>
          </a:prstGeom>
          <a:solidFill>
            <a:srgbClr val="0C8794">
              <a:alpha val="25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13448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Bugs — One Config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and how Terraform reacts to each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1170432"/>
            <a:ext cx="274320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16736" y="1389888"/>
            <a:ext cx="694944" cy="69494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098" y="1546250"/>
            <a:ext cx="382219" cy="38221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2336" y="21762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" y="2432304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AMI ID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" y="287121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ami-0123456789abcdef0 doesn't exist. AWS rejects it at apply — plan passes silently.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" y="3840480"/>
            <a:ext cx="2468880" cy="347472"/>
          </a:xfrm>
          <a:prstGeom prst="rect">
            <a:avLst/>
          </a:prstGeom>
          <a:solidFill>
            <a:srgbClr val="E05A5A">
              <a:alpha val="22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" y="3840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at apply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18688" y="1170432"/>
            <a:ext cx="274320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42816" y="1389888"/>
            <a:ext cx="694944" cy="69494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178" y="1546250"/>
            <a:ext cx="382219" cy="3822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28416" y="21762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28416" y="2432304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Outputs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355848" y="287121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vpc_id, subnet_id, instance_id or private_ip exposed. Other modules get nothing.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355848" y="3840480"/>
            <a:ext cx="2468880" cy="347472"/>
          </a:xfrm>
          <a:prstGeom prst="rect">
            <a:avLst/>
          </a:prstGeom>
          <a:solidFill>
            <a:srgbClr val="F0A500">
              <a:alpha val="2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55848" y="3840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caught by Terraform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44768" y="1170432"/>
            <a:ext cx="274320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168896" y="1389888"/>
            <a:ext cx="694944" cy="69494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258" y="1546250"/>
            <a:ext cx="382219" cy="38221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54496" y="21762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54496" y="2432304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Output Name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81928" y="287121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app_public_ip returns a private_ip. The name and description both lie. Terraform doesn't care.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281928" y="3840480"/>
            <a:ext cx="2468880" cy="347472"/>
          </a:xfrm>
          <a:prstGeom prst="rect">
            <a:avLst/>
          </a:prstGeom>
          <a:solidFill>
            <a:srgbClr val="F0A500">
              <a:alpha val="2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81928" y="3840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caught by Terraform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Passes. Apply Fails.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doesn't validate AMI IDs against AWS at plan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023360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3 to add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Outputs:
</a:t>
            </a:r>
            <a:pPr indent="0" marL="0">
              <a:buNone/>
            </a:pPr>
            <a:r>
              <a:rPr lang="en-US" sz="10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app_public_ip = (known after apply)
</a:t>
            </a:r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errors. No warnings.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trusts you.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07408" y="2697480"/>
            <a:ext cx="4572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56048" y="1143000"/>
            <a:ext cx="3913632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38928" y="1664208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aws_vpc.main: Creating...
</a:t>
            </a:r>
            <a:pPr indent="0" marL="0">
              <a:buNone/>
            </a:pPr>
            <a:r>
              <a:rPr lang="en-US" sz="10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aws_vpc.main: Creation complete
</a:t>
            </a:r>
            <a:pPr indent="0" marL="0">
              <a:buNone/>
            </a:pPr>
            <a:r>
              <a:rPr lang="en-US" sz="10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aws_subnet.app: Creating...
</a:t>
            </a:r>
            <a:pPr indent="0" marL="0">
              <a:buNone/>
            </a:pPr>
            <a:r>
              <a:rPr lang="en-US" sz="10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aws_subnet.app: Creation complete
</a:t>
            </a:r>
            <a:pPr indent="0" marL="0">
              <a:buNone/>
            </a:pPr>
            <a:r>
              <a:rPr lang="en-US" sz="1000" b="1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InvalidAMIID.Malformed
</a:t>
            </a:r>
            <a:pPr indent="0" marL="0">
              <a:buNone/>
            </a:pPr>
            <a:r>
              <a:rPr lang="en-US" sz="100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id: "ami-0123456789abcdef0"
</a:t>
            </a:r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 + subnet exist in state.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 was never created.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state: VPC and subnet are now in AWS even though the apply 'failed'. Check terraform state list before re-running.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 1 — Replace Hardcoded AMI with a Data Source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query AWS at plan time — no more stale IDs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3977640" cy="1417320"/>
          </a:xfrm>
          <a:prstGeom prst="rect">
            <a:avLst/>
          </a:prstGeom>
          <a:solidFill>
            <a:srgbClr val="1A0A0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16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"app"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= "ami-0123456789abcdef0"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3977640" cy="1920240"/>
          </a:xfrm>
          <a:prstGeom prst="rect">
            <a:avLst/>
          </a:prstGeom>
          <a:solidFill>
            <a:srgbClr val="0A1A12"/>
          </a:solidFill>
          <a:ln w="12700">
            <a:solidFill>
              <a:srgbClr val="3DB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88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B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035808"/>
            <a:ext cx="37033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"aws_ami" "ubuntu"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most_recent =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owners      = ["099720109477"]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= "name"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= ["ubuntu/images/hvm-ssd/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ubuntu-jammy-22.04-*"]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 = data.aws_ami.ubuntu.id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1170432"/>
            <a:ext cx="443484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472184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502" y="1587398"/>
            <a:ext cx="281635" cy="28163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30368" y="124358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= ["099720109477"]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230368" y="1517904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Canonical's AWS account ID — the official Ubuntu publisher. Without this you search millions of public AMIs from unknown sources.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434840" y="2404872"/>
            <a:ext cx="443484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90288" y="2706624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502" y="2821838"/>
            <a:ext cx="281635" cy="28163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30368" y="24780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most_recent = true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230368" y="2752344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newest matching AMI. Combined with the name filter, you always get the latest patched image.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434840" y="3639312"/>
            <a:ext cx="443484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90288" y="3941064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502" y="4056278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30368" y="3712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the name pattern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230368" y="3986784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aws ec2 describe-images with a loose wildcard first, read what names come back, then tighten the filter.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the Right AMI — aws ec2 describe-images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you'd verify the name pattern and owner ID before writing the data 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1078992"/>
          </a:xfrm>
          <a:prstGeom prst="rect">
            <a:avLst/>
          </a:prstGeom>
          <a:solidFill>
            <a:srgbClr val="101E2B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04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describe-images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--owners 099720109477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--filters "Name=name,Values=ubuntu/images/hvm-ssd/ubuntu-jammy-22.04-amd64-server-*"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"Images[*].[ImageId,Name,CreationDate]" --output table | head -20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 ID                    Name                                                    Created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85953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70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ami-0ec2a5ff1be0688fa    ubuntu-jammy-22.04-amd64-server-20260320    2026-03-20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08376"/>
            <a:ext cx="8595360" cy="320040"/>
          </a:xfrm>
          <a:prstGeom prst="rect">
            <a:avLst/>
          </a:prstGeom>
          <a:solidFill>
            <a:srgbClr val="09132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083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ami-0eb87a5de1d2bc177    ubuntu-jammy-22.04-amd64-server-20260317    2026-03-18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85953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46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ami-0be2988e4d5a5c301    ubuntu-jammy-22.04-amd64-server-20251122    2025-11-22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85032"/>
            <a:ext cx="8595360" cy="320040"/>
          </a:xfrm>
          <a:prstGeom prst="rect">
            <a:avLst/>
          </a:prstGeom>
          <a:solidFill>
            <a:srgbClr val="09132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85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ami-0651fd5b99debb0f4    ubuntu-jammy-22.04-amd64-server-20251111    2025-11-11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096512"/>
            <a:ext cx="8595360" cy="566928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09651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different AMI ID for the same Ubuntu 22.04 release. </a:t>
            </a:r>
            <a:pPr indent="0" marL="0">
              <a:buNone/>
            </a:pPr>
            <a:r>
              <a:rPr lang="en-US" sz="10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* wildcard captures all of them — most_recent = true picks the top one.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 2 — Add Missing Outputs (in outputs.tf)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a module's public interface — without them, downstream resources get nothing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663440" cy="3611880"/>
          </a:xfrm>
          <a:prstGeom prst="rect">
            <a:avLst/>
          </a:prstGeom>
          <a:solidFill>
            <a:srgbClr val="101E2B"/>
          </a:solidFill>
          <a:ln w="12700">
            <a:solidFill>
              <a:srgbClr val="3DB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704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outputs.tf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43891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"vpc_id"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aws_vpc.main.id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ID of the VPC"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"subnet_id"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aws_subnet.app.id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ID of the application subnet"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aws_instance.app.id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ID of the EC2 instance"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"instance_private_ip"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aws_instance.app.private_ip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private IP of the app server"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02352" y="1115568"/>
            <a:ext cx="3767328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48656" y="1417320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3870" y="1532534"/>
            <a:ext cx="281635" cy="28163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88736" y="11887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convention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88736" y="1463040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 = resources. outputs.tf = outputs. variables.tf = inputs. Terraform doesn't enforce it — teams do.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02352" y="2350008"/>
            <a:ext cx="3767328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48656" y="2651760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70" y="2766974"/>
            <a:ext cx="281635" cy="28163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88736" y="24231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interface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888736" y="2697480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used as a module, outputs are the only way values cross the boundary. No output = module.app.vpc_id fails.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102352" y="3584448"/>
            <a:ext cx="3767328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248656" y="3886200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70" y="400141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888736" y="36576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888736" y="3931920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apply, terraform output prints all values. CI/CD pipelines use this to read IDs for downstream steps.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 3 — The Misleading Output Name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validates structure, not intent — this bug is completely invisible to the tool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023360" cy="1325880"/>
          </a:xfrm>
          <a:prstGeom prst="rect">
            <a:avLst/>
          </a:prstGeom>
          <a:solidFill>
            <a:srgbClr val="1A0A0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— name and description lie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"app_public_ip"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aws_instance.app.private_ip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public IP of the app server"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4023360" cy="1325880"/>
          </a:xfrm>
          <a:prstGeom prst="rect">
            <a:avLst/>
          </a:prstGeom>
          <a:solidFill>
            <a:srgbClr val="0A1A12"/>
          </a:solidFill>
          <a:ln w="12700">
            <a:solidFill>
              <a:srgbClr val="3DB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88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B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name, description, value all match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96265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"app_private_ip"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aws_instance.app.private_ip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"The private IP address of the app server"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1115568"/>
            <a:ext cx="4343400" cy="3611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207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Terraform can't catch this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36592" y="1609344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1691640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30368" y="16459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has a name — valid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36592" y="2203704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2860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0368" y="224028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references a real attribute — valid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36592" y="2798064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88036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30368" y="283464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a string — valid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36592" y="3392424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474720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30368" y="342900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name matches the value — Terraform has no way to know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681728" y="4096512"/>
            <a:ext cx="4041648" cy="475488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773168" y="4096512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is the only defence. Names, descriptions, and values must all tell the same story.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Terraform Can and Cannot Catch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bugs — three different failure modes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121408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887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188720"/>
            <a:ext cx="1847088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887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plan?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25696" y="1188720"/>
            <a:ext cx="1847088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1887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apply?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1188720"/>
            <a:ext cx="2487168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1887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at all?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627632"/>
            <a:ext cx="212140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27632"/>
            <a:ext cx="2029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AMI 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87168" y="1627632"/>
            <a:ext cx="184708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1627632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plan passes silently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5696" y="1627632"/>
            <a:ext cx="184708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1627632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AWS rejects 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64224" y="1627632"/>
            <a:ext cx="248716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1627632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377440"/>
            <a:ext cx="2121408" cy="694944"/>
          </a:xfrm>
          <a:prstGeom prst="rect">
            <a:avLst/>
          </a:prstGeom>
          <a:solidFill>
            <a:srgbClr val="09132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77440"/>
            <a:ext cx="2029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outputs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87168" y="2377440"/>
            <a:ext cx="1847088" cy="694944"/>
          </a:xfrm>
          <a:prstGeom prst="rect">
            <a:avLst/>
          </a:prstGeom>
          <a:solidFill>
            <a:srgbClr val="09132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237744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25696" y="2377440"/>
            <a:ext cx="1847088" cy="694944"/>
          </a:xfrm>
          <a:prstGeom prst="rect">
            <a:avLst/>
          </a:prstGeom>
          <a:solidFill>
            <a:srgbClr val="09132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237744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64224" y="2377440"/>
            <a:ext cx="2487168" cy="694944"/>
          </a:xfrm>
          <a:prstGeom prst="rect">
            <a:avLst/>
          </a:prstGeom>
          <a:solidFill>
            <a:srgbClr val="09132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2377440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— you have to notice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127248"/>
            <a:ext cx="212140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27248"/>
            <a:ext cx="2029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output name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87168" y="3127248"/>
            <a:ext cx="184708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3127248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25696" y="3127248"/>
            <a:ext cx="184708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17136" y="3127248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64224" y="3127248"/>
            <a:ext cx="2487168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3127248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— invisible to the tool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986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validates structure, not intent.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" y="42428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bugs, logical mismatches, and missing outputs are your responsibility — caught through code review, not tooling.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concepts show up in production environments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2834640" cy="1627632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" y="1243584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" y="1358798"/>
            <a:ext cx="281635" cy="2816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20700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data sources in CI/CD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84048" y="168249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pipelines use data sources to auto-pick the latest hardened AMI from an internal pipeline — instances always get the latest patches without manual ID updates.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0128" y="1115568"/>
            <a:ext cx="2834640" cy="1627632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38144" y="1243584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358" y="1358798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120700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Store for AMIs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419856" y="168249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publish approved AMI IDs to SSM Parameter Store. All configs reference it via data "aws_ssm_parameter" — update once, everything picks it up on next plan.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345936" y="1115568"/>
            <a:ext cx="2834640" cy="1627632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73952" y="1243584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166" y="1358798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50608" y="120700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outputs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55664" y="168249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sensitive = true on outputs to redact values from CLI and logs. Passwords, tokens, and connection strings should never appear in plain terraform output.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74320" y="2907792"/>
            <a:ext cx="2834640" cy="1627632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02336" y="303580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" y="315102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8992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data source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384048" y="3474720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outputs from another team's Terraform state with data "terraform_remote_state". The networking team owns the VPC — your config just reads their outputs.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310128" y="2907792"/>
            <a:ext cx="2834640" cy="1627632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38144" y="303580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358" y="3151022"/>
            <a:ext cx="281635" cy="28163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114800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state is real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3419856" y="3474720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apply leaves successfully-created resources in state. Always run terraform state list after a failed apply before re-running — don't assume nothing was created.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206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52704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58" y="162991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37160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AMI IDs — use a data source. They are region-specific, go stale, and Terraform won't warn you.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" y="2322576"/>
            <a:ext cx="4206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" y="2551176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" y="2654046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69848" y="239572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a module's public interface. No output = no access for downstream modules or pipelines.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" y="3346704"/>
            <a:ext cx="4206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" y="3575304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" y="367817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9848" y="3419856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outputs in outputs.tf — Terraform doesn't require it, but every engineer expects to find them there.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09160" y="1298448"/>
            <a:ext cx="4206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64608" y="152704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478" y="1629918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58968" y="137160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doesn't validate everything. AMI IDs, key pair names, and string references aren't checked until apply.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09160" y="2322576"/>
            <a:ext cx="4206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64608" y="2551176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478" y="2654046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58968" y="239572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can't catch naming bugs. If the name, description, and value don't match — only a code review will find it.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09160" y="3346704"/>
            <a:ext cx="4206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64608" y="3575304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478" y="3678174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58968" y="3419856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owners on AMI data sources. Without it you're searching millions of unverified public AMIs.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075 — Outputs &amp; Data Sources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075 — Outputs and Data Sources</dc:title>
  <dc:subject>PptxGenJS Presentation</dc:subject>
  <dc:creator>PptxGenJS</dc:creator>
  <cp:lastModifiedBy>PptxGenJS</cp:lastModifiedBy>
  <cp:revision>1</cp:revision>
  <dcterms:created xsi:type="dcterms:W3CDTF">2026-04-08T09:48:20Z</dcterms:created>
  <dcterms:modified xsi:type="dcterms:W3CDTF">2026-04-08T09:48:20Z</dcterms:modified>
</cp:coreProperties>
</file>