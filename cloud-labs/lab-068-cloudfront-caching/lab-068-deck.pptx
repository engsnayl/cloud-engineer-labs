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068 — CloudFront Caching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Serving Stale Content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068 — A Layered Bug Investigation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solidFill>
            <a:srgbClr val="15223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SUPPORT-4471        Priority: HIGH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Pricing page showing outdated figures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pricing page is still showing the old figures. We updated it in the S3 bucket this morning but customers are still seeing yesterday's version. Multiple complaints on Twitter already.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investigate urgently.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URL. No bucket name. Vague timing. This is realistic.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Found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bugs stacked on top of each other.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874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S3 endpoint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points at the S3 REST API endpoint instead of the website endpoint. Every request fails with AccessDenied.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isn't public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7490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fixing the endpoint, the website endpoint can't read objects. No bucket policy + Block Public Access enabled.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 cache TTLs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5166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TTL of 7 days. Even with everything else fixed, real updates would take a week to appear.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these bugs HIDE each other.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— The Mental Model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Is a Courier Network, Not a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the filing cabinet — your files actually live here. This is the origin.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is the courier network — ~600 edge depots worldwide.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CloudFront URL is the network's phone number — everyone calls the same number, gets routed to the nearest depot automatically.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depot doesn't have what you asked for, it fetches from the filing cabinet, keeps a copy, and hands it to you.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visitors hitting the same URL can get DIFFERENT cached content from different depots. Same URL, different server answering.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stale-content bugs feel random because two people see different things.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Has Two Doors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solidFill>
            <a:srgbClr val="15223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bucket.s3.region.amazonaws.com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machines talking to S3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S3 API protocol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errors as XML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 document handling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 OAC for private buckets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4937760"/>
          </a:xfrm>
          <a:prstGeom prst="rect">
            <a:avLst/>
          </a:prstGeom>
          <a:solidFill>
            <a:srgbClr val="15223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Endpoint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bucket.s3-website-region.amazonaws.com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browsers fetching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basic web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errors as 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/ to /index.html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— no HTTPS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bucket. Different doors. Pick the wrong one and nothing works as expected.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Read the Ticket Properly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undervalued step in incident response.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ticket TELLS you: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stale pricing page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"the S3 bucket"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timing: "this morning"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complaints (not one user)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ticket DOESN'T tell you: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URL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bucket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upload landed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(one page or many?)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move: reply to the ticket asking for the missing details (round-trip clock starts) AND begin investigating in parallel. Don't sit and wait.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 the Bucket (The Prerequisite Trap)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want: aws s3 ls s3://&lt;bucket&gt;/ --recursive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don't HAVE the bucket name yet.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you want isn't always the command you can run. Recognise the gap, reach for the prerequisite.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972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2026-04-12  website-17dff532       &lt;- look for website-, marketing-, www-, static-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2025-08-29  action-tracker-terraform-state-prod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2025-11-06  deliverycommand-terraform-state-py72t4of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name first (semantic match), creation timestamp second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200-bucket prod account, eyeballing won't scale — use --query with JMESPath, or tag-based search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Inspect Bucket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ls s3://website-17dff532/ --recursive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2026-04-12 11:15:41         36 pricing.html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line. Three pieces of evidence.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LastModified at 11:15 today — matches marketing's 'this morning' claim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36 bytes — small but plausible for one-line HTML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pricing.html — the file marketing was talking about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ELIMINATES: marketing uploaded to wrong bucket, upload failed silently, file doesn't exist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the problem is downstream of S3 — almost certainly CloudFront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the ticket against the system's observable state is itself a diagnostic step.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Establish Ground Truth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s3 cp s3://website-17dff532/pricing.html 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&lt;h1&gt;Pricing v2 — NEW VERSION&lt;/h1&gt;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has the new content. The origin is not the problem.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accusing a downstream system (CDN, cache, replica), prove what the upstream system actually contains.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discipline matters: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this is how engineers spend an hour 'fixing' a CDN that was serving exactly what the broken upstream gave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feels slow. The day your assumption is wrong, it saves you an hour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far beyond CloudFront — DB replication lag, browser caches, app-level caches, anywhere data flows through layers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Reproduce the Customer's Experience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https://d7oywjr562cbx.cloudfront.net/pricing.html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&lt;Error&gt;&lt;Code&gt;AccessDenied&lt;/Code&gt;&lt;Message&gt;Access Denied&lt;/Message&gt;...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Read what the FORMAT is telling you.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XML, not HTML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XML error from an AWS endpoint = you're talking to the S3 REST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CloudFront were hitting the website endpoint, errors would be HTML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a fingerprint — same status code, different formats reveal different subsystems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said 'stale content'. We're seeing a broken response. Trust the evidence over the narrative.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HTTP Headers as a Diagnostic Skill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HTTP/2 403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application/xml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AmazonS3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x-cache: Error from cloudfront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via: 1.1 8b1d95f49602f7b6521e18cb6122f730.cloudfront.net (CloudFront)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x-amz-cf-pop: MAN51-P2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application/xml — confirms REST API response, not website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AmazonS3 — origin self-identifies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x-cache: Error from cloudfront — CloudFront doesn't cache errors the way it caches successes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x-amz-cf-pop: MAN51-P2 — Manchester edge served you (you're in Preston). Different visitors hit different POPs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x-amz-cf-id — request tracing ID (quote this if you ever open an AWS support ticket)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Configuration vs Behaviour Mismatch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diagnostic pattern that applies far beyond this lab.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03520" cy="2286000"/>
          </a:xfrm>
          <a:prstGeom prst="rect">
            <a:avLst/>
          </a:prstGeom>
          <a:solidFill>
            <a:srgbClr val="15223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config SAYS: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get-bucket-website returns: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{"IndexDocument": {"Suffix": "index.html"}}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IS configured as a website.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03520" cy="2286000"/>
          </a:xfrm>
          <a:prstGeom prst="rect">
            <a:avLst/>
          </a:prstGeom>
          <a:solidFill>
            <a:srgbClr val="15223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behaviour SHOWS: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returns XML errors in raw S3 REST API format. Zero website-style behaviour.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gap is where the bug lives.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CloudFront is bypassing the website configuration entirely — pointed at the wrong endpoint.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have a SPECIFIC question to ask main.tf, not a fishing expedition.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Discovery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Wrong Origin Endpoint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main.tf, aws_cloudfront_distribution.website, origin block: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domain_name = aws_s3_bucket.website.bucket_regional_domain_name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origin_id   = "S3-website"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bucket_regional_domain_name returns the REST API endpoint.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two-character bug: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bucket-name.s3.region.amazonaws.com         (REST — wrong)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bucket-name.s3-website-region.amazonaws.com (website — right)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bucket. One substring difference. Wildly different behaviour.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clue: no custom_origin_config block. The author intended a native S3 origin via REST. Two pieces of broken intent that fit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Absurd Cache TTLs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default_cache_behavior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min_ttl     = 86400      # 1 day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default_ttl = 604800     # 7 days   &lt;- the headline disaster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max_ttl     = 31536000   # 1 year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raw seconds is hostile. Memorise these anchors: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= 1 minute    3600 = 1 hour    86400 = 1 day    604800 = 1 week    31536000 = 1 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min_ttl is the sneaky one: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min_ttl is the floor — CloudFront caches for at LEAST this long, even if the origin says 'no-cache'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min_ttl &gt; 0 strips the origin of its ability to opt out of caching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dynamic content, min_ttl should almost always be 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Bug Pattern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Hide Each Other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diagnostic concept in this entire lab.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bugs co-exist, the more severe one masks the rest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(broken endpoint) prevents ANY successful response from being cached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Bug 2 (absurd TTLs) is invisible because there's nothing to apply the TTL 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Bug 3 (no public access) is invisible because requests don't even reach S3 properly yet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1 → suddenly Bug 3 surfaces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3 → suddenly Bug 2 becomes observable (and would have been catastrophic)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EXPECT this. Juniors get frustrated when the fix 'doesn't work'.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skill: when fixing a bug doesn't make the symptom disappear, ask whether the symptom CHANGED — even subtly.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Status Code, Different Bug — Captured Live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solidFill>
            <a:srgbClr val="15223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(Bug 1 active)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HTTP/2 403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&lt;Error&gt;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&lt;Code&gt;AccessDenied&lt;/Code&gt;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&lt;Message&gt;Access Denied&lt;/Message&gt;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&lt;/Error&gt;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XML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AmazonS3 (REST API)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wrong endpoint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188720"/>
            <a:ext cx="5486400" cy="5120640"/>
          </a:xfrm>
          <a:prstGeom prst="rect">
            <a:avLst/>
          </a:prstGeom>
          <a:solidFill>
            <a:srgbClr val="15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Bug 1 fix (Bug 3 surfaces)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HTTP/2 403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219456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2860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&lt;head&gt;&lt;title&gt;403 Forbidden&lt;/title&gt;&lt;/head&gt;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&lt;h1&gt;403 Forbidden&lt;/h1&gt;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AmazonS3 (website endpoint)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right endpoint, no permission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status code. Completely different bug. Read the body.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— Website Hosting ≠ Public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most-misunderstood things about S3 static websites.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 configuration turns on website-style BEHAVIOUR (index docs, error pages, HTTP serving)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policies and Block Public Access control PERMISSIONS — who is allowed to read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completely independent. You can have a website-hosted bucket that's fully private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endpoint will respond, but every request returns 403 because nobody is authorised to read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Block Public Access is on by default and will REJECT your bucket policy.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turned on Block Public Access by default after the 2017–2018 data leak headlines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shutters: BlockPublicAcls, IgnorePublicAcls, BlockPublicPolicy, RestrictPublicBuckets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start as TRUE on every new bucket — you have to explicitly opt out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— Switch to the Website Endpoint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domain_name = aws_s3_bucket_website_configuration.website.website_endpoint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origin_id   = "S3-website"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custom_origin_config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http_port              =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https_port             = 443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origin_protocol_policy = "http-only"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origin_ssl_protocols   = ["TLSv1.2"]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custom_origin_config is suddenly required: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1663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classifies origins by PROTOCOL, not ownership. The website endpoint is plain HTTP, not the S3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custom_origin_config flips CloudFront from 'S3 mode' to 'custom HTTP server' mode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origin_protocol_policy MUST be http-only — the website endpoint has no HTTPS support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— Add Public Access Block + Bucket Policy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"aws_s3_bucket_public_access_block" "website"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               = aws_s3_bucket.website.id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block_public_acls      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block_public_policy    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ignore_public_acls     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restrict_public_buckets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"aws_s3_bucket_policy" "website"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aws_s3_bucket.website.id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policy = jsonencode({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 = "2012-10-17"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 = [{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Effect    = "Allow"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Principal = "*"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    = "s3:GetObject"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  = "BUCKET_ARN/*"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depends_on = [aws_s3_bucket_public_access_block.website]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Understand About That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jsonencode() — write JSON as native HCL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policies (and IAM policies, ECS task definitions, etc) require 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JSON in HCL is ugly and error-prone — quote escaping, no syntax highlighting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jsonencode() converts an HCL object into a JSON string at apply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everywhere AWS expects JSON in a string field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— the explicit dependency escape hatch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Terraform infers dependencies from attribute references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the policy and access block both reference the bucket but not each other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depends_on, Terraform might apply them in parallel — and the policy gets rejected because Block Public Access was still in effect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depends_on sparingly — it's the escape hatch for real dependencies the reference graph misses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— Sane TTL Values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94960" cy="5029200"/>
          </a:xfrm>
          <a:prstGeom prst="rect">
            <a:avLst/>
          </a:prstGeom>
          <a:solidFill>
            <a:srgbClr val="15223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49377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745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min_ttl     = 86400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default_ttl = 604800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max_ttl     = 31536000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1 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7 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1 year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take a WEEK to appear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can't override — min_ttl strips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188720"/>
            <a:ext cx="5394960" cy="5029200"/>
          </a:xfrm>
          <a:prstGeom prst="rect">
            <a:avLst/>
          </a:prstGeom>
          <a:solidFill>
            <a:srgbClr val="15223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49377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min_ttl    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default_ttl = 3600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max_ttl     = 86400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0 (origin controls)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 hour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1 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staleness: 1 hour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can opt out via Cache-Control headers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Lifecycle in Three Headers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curls back-to-back. Watch x-cache transition: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49040" cy="4114800"/>
          </a:xfrm>
          <a:prstGeom prst="rect">
            <a:avLst/>
          </a:prstGeom>
          <a:solidFill>
            <a:srgbClr val="15223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x-cache: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cloudfront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aren't cached the same way as successes — nothing to apply TTL 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749040" cy="4114800"/>
          </a:xfrm>
          <a:prstGeom prst="rect">
            <a:avLst/>
          </a:prstGeom>
          <a:solidFill>
            <a:srgbClr val="1522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fix, request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x-cache: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cloudfront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4023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cold — CloudFront fetched fresh from S3 and stored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749040" cy="4114800"/>
          </a:xfrm>
          <a:prstGeom prst="rect">
            <a:avLst/>
          </a:prstGeom>
          <a:solidFill>
            <a:srgbClr val="15223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2 (seconds later)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x-cache: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from cloudfront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023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warm — served from edge in single-digit ms. Age will grow up to default_ttl, then refresh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verified by INVERSE — observing the cache work correctly proves the broken TTL is gone.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Worth Banking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 Doesn't Mean Forbidden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top 5 most-misunderstood AWS error messages.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returns AccessDenied for missing objects, not just for permission failures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you 'this specific key doesn't exist' would leak information about what keys DO exist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S3 deliberately conflates 'doesn't exist' and 'you can't see it' into one 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s3:ListBucket permission, every missing object looks like a permission problem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 AccessDenied, the question isn't 'fix the permissions' — it's 'does this thing actually exist?'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$(...) Substitution Trap — Captured Live, Twice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bit you twice in two days. Not a freak accident — a common pattern.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cloudfront get-distribution --id $(terraform output -raw distribution_id)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 [ERROR]: Unknown options: Warning:, No, outputs, found, configuration, with, the, 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 -raw exits 0 even when there are no outputs — it just prints a warning to stderr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captures whatever the inner command printed and splices it into the outer command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 doesn't catch this because the inner command 'succeeded'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command fails with a cryptic error totally unrelated to the real cause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habit: capture into a variable, check non-empty, abort with a clear error if missing.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Gotchas Worth a Mention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fails on non-empty S3 buckets — aws s3 rm --recursive first, or set force_destroy=true on lab buckets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'aws s3 ls' output is a diagnostic SIGNAL (zero results), not a command failure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$(terraform output -raw NAME) fails silently if NAME doesn't exist as an output — always check after destroy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has $/aws s3$ and $/aws s3api$ — the friendly wrapper vs the 1:1 API mapping. Reach for s3api for metadata and config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min_ttl &gt; 0 strips the origin's ability to opt out of caching — almost always wrong for dynamic content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 for S3 + CloudFront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solidFill>
            <a:srgbClr val="1522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 — what we did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 + website endpoint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is publicly readable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hit S3 directly, bypassing CloudFront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between CloudFront and S3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config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itself is internet-facing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486400" cy="5120640"/>
          </a:xfrm>
          <a:prstGeom prst="rect">
            <a:avLst/>
          </a:prstGeom>
          <a:solidFill>
            <a:srgbClr val="15223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 — recommended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bucket + Origin Access Control (OAC)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stays fully private — Block Public Access stays 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CloudFront distribution can read from S3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S3 hits return 403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resources, vastly better 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teaches Pattern A because it's simpler. Production needs Pattern B.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Lab vs Real-Life Differences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policies (aws_cloudfront_cache_policy) replace inline forwarded_values in modern configs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filenames (app.abc123.js) eliminate the need for invalidation entirely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does invalidation automatically — aws s3 sync followed by scoped create-invalidation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scripts don't exist in real life — engineers inherit broken state organically, they don't create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tickets often include URLs and screenshots — SUPPORT-4471 was deliberately vague to teach scoping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buckets have tags, lifecycle rules, encryption, versioning — none of which are in this lab's main.tf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Ticket Well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highest-leverage soft skills in the job. Junior engineers skip it; senior engineers nail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close-out does four jobs: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reporter the immediate problem is resolved (in plain language, no jargon)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what the root causes were (so the next engineer searching the ticket history can learn)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fixes (so anyone auditing the change history understands)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side observations the original ticket didn't mention (the bonus value-add)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SUPPORT-4471, the bonus observations were: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has no index.html — visitors hitting the site root will still get an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website-endpoint approach is the older pattern — recommend OAC migration as a follow-up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hide each other — when two bugs co-exist, the more severe one masks the rest. Read the response carefully and ask whether the symptom CHANGED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evidence over the ticket — tickets describe symptoms inaccurately. Don't bend evidence to fit the framing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ground truth before blaming downstream — verify what the upstream contains before chasing a CDN/cache/replica problem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format, not just the status code — XML vs HTML is a fingerprint of which subsystem produced the response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 behaviour mismatch is a diagnostic pattern — the gap is where the bug lives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you want isn't always the command you can run — recognise prerequisites, reach for the smaller command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 doesn't always mean forbidden — S3 conflates 'missing' and 'forbidden' deliberately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 ≠ public access — two completely separate S3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min_ttl = 0 is almost always correct for dynamic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ticket well is its own skill — plain language, fixes named, side observations surfaced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2026-04-12T09:28:40Z</dcterms:created>
  <dcterms:modified xsi:type="dcterms:W3CDTF">2026-04-12T09:28:40Z</dcterms:modified>
</cp:coreProperties>
</file>