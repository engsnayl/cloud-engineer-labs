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 &amp; GuardDuty Misconfigured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broken security alerting pipeline from detection to delivery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8463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74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4937760"/>
            <a:ext cx="1920240" cy="0"/>
          </a:xfrm>
          <a:prstGeom prst="line">
            <a:avLst/>
          </a:prstGeom>
          <a:noFill/>
          <a:ln w="19050">
            <a:solidFill>
              <a:srgbClr val="0A6E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8463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5074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937760"/>
            <a:ext cx="1920240" cy="0"/>
          </a:xfrm>
          <a:prstGeom prst="line">
            <a:avLst/>
          </a:prstGeom>
          <a:noFill/>
          <a:ln w="19050">
            <a:solidFill>
              <a:srgbClr val="0A6E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48463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5074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4937760"/>
            <a:ext cx="1920240" cy="0"/>
          </a:xfrm>
          <a:prstGeom prst="line">
            <a:avLst/>
          </a:prstGeom>
          <a:noFill/>
          <a:ln w="19050">
            <a:solidFill>
              <a:srgbClr val="0A6E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48463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4937760"/>
            <a:ext cx="1920240" cy="0"/>
          </a:xfrm>
          <a:prstGeom prst="line">
            <a:avLst/>
          </a:prstGeom>
          <a:noFill/>
          <a:ln w="19050">
            <a:solidFill>
              <a:srgbClr val="0A6E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48463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5074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•  AWS Security  •  Advanced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at the scene — here's what the ticket says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360152" cy="4114800"/>
          </a:xfrm>
          <a:prstGeom prst="roundRect">
            <a:avLst>
              <a:gd name="adj" fmla="val 177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82880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738" y="19728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INCIDENT-SEC-001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2651760"/>
            <a:ext cx="9784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 Lead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eu-west-2 (primary region)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team reports they haven't received any GuardDuty alerts in 3 weeks, despite known suspicious activity in the dev accounts. The Security Hub console shows "No findings" even though GuardDuty is supposedly enabled.
</a:t>
            </a:r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engineer who built this pipeline has left. All you have is the Terraform repo.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work out why, fix it, and prove the fix works end-to-end.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— How It's Supposed to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data flow from threat detection to human attention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476" y="20116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2286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014" y="24300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9476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9476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threats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6636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CloudTrail,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logs, DNS, K8s audit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91156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6E66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11196" y="20116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42716" y="2286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734" y="243001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1196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11196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findings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48356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dashboard,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to ASFF format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22876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6E66"/>
                </a:solidFill>
              </a:rPr>
              <a:t>▶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42916" y="20116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74436" y="2286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454" y="2430018"/>
            <a:ext cx="352044" cy="3520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42916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042916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events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180076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severity,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to targets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054596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6E66"/>
                </a:solidFill>
              </a:rPr>
              <a:t>▶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374636" y="20116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06156" y="2286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174" y="2430018"/>
            <a:ext cx="352044" cy="3520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74636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374636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out messages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511796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topic,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to subscribers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86316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6E66"/>
                </a:solidFill>
              </a:rPr>
              <a:t>▶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706356" y="20116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437876" y="2286000"/>
            <a:ext cx="640080" cy="640080"/>
          </a:xfrm>
          <a:prstGeom prst="ellipse">
            <a:avLst/>
          </a:prstGeom>
          <a:solidFill>
            <a:srgbClr val="0A6E66"/>
          </a:solidFill>
          <a:ln w="12700">
            <a:solidFill>
              <a:srgbClr val="0A6E66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1894" y="2430018"/>
            <a:ext cx="352044" cy="3520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06356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706356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humans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9843516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security 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alert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a "looks fine but isn't" failure mode — each one a place where the pipeline can silently break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GuardDuty?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managed threat detection service — think of it as a 24/7 security camera for your AWS account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analyses 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log sources: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CloudTrail (all AWS API calls)
• VPC Flow Logs (network traffic)
• DNS logs (domain lookups)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optional datasources: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data events
• EKS Kubernetes audit logs
• EBS malware scanning
• RDS login events
• Lambda network activity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ML + threat intel feeds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spot: compromised credentials, crypto mining, unusual API patterns, known-bad IP comms, privilege escalation.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468112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9979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5010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events with: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Severity (CRITICAL → INFORMATIONAL)
  • Type (e.g. Backdoor, UnauthorizedAccess)
  • Affected resource ARN
  • Detection context + evidence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facts:
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— must be enabled per region
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— no agents to deploy
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event analysed
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auto-published to CloudWatch Events / EventBridge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Security Hub?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aggregation dashboard — like a SIEM, but AWS-native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security findings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multiple AWS services into one dashboard.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threats itself — it's a collector and normaliser.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"products":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GuardDuty • Inspector • Macie
• IAM Access Analyzer • Config
• Third parties (Palo Alto, Tenable...)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everything to 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ASFF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Security Finding Format)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468112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9979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5010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are opt-in.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 doesn't auto-discover anything. You must tell it what to listen for.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enable Security Hub, AWS helpfully auto-subscribes you to a standard bundle:
</a:t>
            </a:r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GuardDuty, Inspector, Config,
  Access Analyzer, Macie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—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under your control.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IaC should declare it anyway. 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Bug #3 later.)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EventBridge?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event bus — a rules-based postal sorting office for your AWS events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moving parts: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Sources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events:
   AWS services, apps, SaaS partners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Rules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JSON patterns
   that match specific events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Targets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matched events:
   Lambda, SNS, SQS, Step Functions,
   20+ other AWS services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known as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Events.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Hence the principal: </a:t>
            </a:r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events.amazonaws.com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468112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9979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in practice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537960" y="2606040"/>
            <a:ext cx="5010912" cy="2651760"/>
          </a:xfrm>
          <a:prstGeom prst="roundRect">
            <a:avLst>
              <a:gd name="adj" fmla="val 1724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0" y="2697480"/>
            <a:ext cx="47365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["aws.securityhub"],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"detail-type":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"Security Hub Findings - Imported"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"findings":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"Severity":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"Label": ["CRITICAL", "HIGH"]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37960" y="5349240"/>
            <a:ext cx="5010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Translation: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"Fire when a Security Hub finding arrives with severity CRITICAL or HIGH."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&amp; Service Principals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fans out messages — but only to publishers it trusts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in one minute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Notification Service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pub/sub messaging.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publisher sends one message to a 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SNS fans it out to every 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subscriber.
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types include: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 • SMS  • HTTP(S)
• Lambda  • SQS  • Mobile push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gated by a 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policy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topic — controls who can publish and who can subscribe.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468112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9979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principals cheat sheet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5010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AWS service has its own principal string. Wrong principal = silent denial.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200400"/>
          <a:ext cx="5010912" cy="3017520"/>
        </p:xfrm>
        <a:graphic>
          <a:graphicData uri="http://schemas.openxmlformats.org/drawingml/2006/table">
            <a:tbl>
              <a:tblPr/>
              <a:tblGrid>
                <a:gridCol w="2505456"/>
                <a:gridCol w="250545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events.amazonaws.com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lambda.amazonaws.com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s3.amazonaws.com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sns.amazonaws.com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apigateway.amazonaws.com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logs.amazonaws.com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cloudtrail.amazonaws.com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Bugs — Mapped to the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a failure — this is what makes the lab realistic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5216" y="16459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" y="283464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97180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05" y="3043809"/>
            <a:ext cx="176022" cy="1760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#1: Detector DISABLED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6656" y="352044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365760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05" y="3729609"/>
            <a:ext cx="176022" cy="1760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#2: K8s audit logs OFF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191256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6E66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374136" y="16459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74136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465576" y="283464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57016" y="29718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043809"/>
            <a:ext cx="176022" cy="17602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22776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#3: Subscription not declared in IaC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980176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6E66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63056" y="16459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63056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254496" y="283464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45936" y="297180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945" y="3043809"/>
            <a:ext cx="176022" cy="17602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11696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#4: Filters on INFORMATIONAL only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769096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6E66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8951976" y="16459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951976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9043416" y="283464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134856" y="297180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865" y="3043809"/>
            <a:ext cx="176022" cy="17602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500616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#5: Wrong principal (s3.amazonaws.com)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14400" y="5212080"/>
            <a:ext cx="10360152" cy="1188720"/>
          </a:xfrm>
          <a:prstGeom prst="roundRect">
            <a:avLst>
              <a:gd name="adj" fmla="val 6154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188720" y="54406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738" y="5584698"/>
            <a:ext cx="352044" cy="3520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011680" y="5394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bug is valid HCL. None would be caught by </a:t>
            </a: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You only find them by querying AWS directly.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Investigative Method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real engineer approaches an incident — observation before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91840" y="1874520"/>
            <a:ext cx="548640" cy="548640"/>
          </a:xfrm>
          <a:prstGeom prst="ellipse">
            <a:avLst/>
          </a:prstGeom>
          <a:solidFill>
            <a:srgbClr val="0A6E66"/>
          </a:solidFill>
          <a:ln w="12700">
            <a:solidFill>
              <a:srgbClr val="0A6E6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5284" y="199796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ticket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symptoms. Don't assume the reporter is right. Don't assume they're wrong.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645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086600" y="1874520"/>
            <a:ext cx="548640" cy="548640"/>
          </a:xfrm>
          <a:prstGeom prst="ellipse">
            <a:avLst/>
          </a:prstGeom>
          <a:solidFill>
            <a:srgbClr val="0A6E66"/>
          </a:solidFill>
          <a:ln w="12700">
            <a:solidFill>
              <a:srgbClr val="0A6E6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44" y="199796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056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what's there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8056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the current (broken) config. See the real-world state you're investigating.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645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753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10881360" y="1874520"/>
            <a:ext cx="548640" cy="548640"/>
          </a:xfrm>
          <a:prstGeom prst="ellipse">
            <a:avLst/>
          </a:prstGeom>
          <a:solidFill>
            <a:srgbClr val="0A6E66"/>
          </a:solidFill>
          <a:ln w="12700">
            <a:solidFill>
              <a:srgbClr val="0A6E6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804" y="1997964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532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AWS directly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27532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list-*, get-*, describe-* commands. AWS is the source of truth — not the config file.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7947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" y="40233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58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3291840" y="4023360"/>
            <a:ext cx="548640" cy="548640"/>
          </a:xfrm>
          <a:prstGeom prst="ellipse">
            <a:avLst/>
          </a:prstGeom>
          <a:solidFill>
            <a:srgbClr val="0A6E66"/>
          </a:solidFill>
          <a:ln w="12700">
            <a:solidFill>
              <a:srgbClr val="0A6E6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284" y="4146804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5800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data flow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85800" y="50749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multi-service pipelines: check each stage in order. Source → aggregation → routing → delivery.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51960" y="37947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480560" y="40233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4805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Shape 29"/>
          <p:cNvSpPr/>
          <p:nvPr/>
        </p:nvSpPr>
        <p:spPr>
          <a:xfrm>
            <a:off x="7086600" y="4023360"/>
            <a:ext cx="548640" cy="548640"/>
          </a:xfrm>
          <a:prstGeom prst="ellipse">
            <a:avLst/>
          </a:prstGeom>
          <a:solidFill>
            <a:srgbClr val="0A6E66"/>
          </a:solidFill>
          <a:ln w="12700">
            <a:solidFill>
              <a:srgbClr val="0A6E66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044" y="4146804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480560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diagnosis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4480560" y="50749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root causes before touching any code. This is what you'd put in the incident ticket.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046720" y="37947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2753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Shape 35"/>
          <p:cNvSpPr/>
          <p:nvPr/>
        </p:nvSpPr>
        <p:spPr>
          <a:xfrm>
            <a:off x="10881360" y="4023360"/>
            <a:ext cx="548640" cy="548640"/>
          </a:xfrm>
          <a:prstGeom prst="ellipse">
            <a:avLst/>
          </a:prstGeom>
          <a:solidFill>
            <a:srgbClr val="0A6E66"/>
          </a:solidFill>
          <a:ln w="12700">
            <a:solidFill>
              <a:srgbClr val="0A6E66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4804" y="4146804"/>
            <a:ext cx="301752" cy="30175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275320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apply, re-observe</a:t>
            </a:r>
            <a:endParaRPr lang="en-US" sz="1600" dirty="0"/>
          </a:p>
        </p:txBody>
      </p:sp>
      <p:sp>
        <p:nvSpPr>
          <p:cNvPr id="45" name="Text 37"/>
          <p:cNvSpPr/>
          <p:nvPr/>
        </p:nvSpPr>
        <p:spPr>
          <a:xfrm>
            <a:off x="8275320" y="50749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AWS CLI calls after the fix. Prove the symptoms are gone, not just that plan is clean.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Existence Is Not Health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being deployed doesn't mean it's operational. Always check state, not just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6235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check (misleading)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651760"/>
            <a:ext cx="5074920" cy="1737360"/>
          </a:xfrm>
          <a:prstGeom prst="roundRect">
            <a:avLst>
              <a:gd name="adj" fmla="val 2632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74320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guardduty list-detectors \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--region eu-west-2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"DetectorIds":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"b6ced4ccccbd4f1e3b..."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52628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"GuardDuty detector exists — job done."
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an ID only means the object exists. It says nothing about whether it's actually running.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0894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check (reveals the bug)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537960" y="2651760"/>
            <a:ext cx="5010912" cy="2423160"/>
          </a:xfrm>
          <a:prstGeom prst="roundRect">
            <a:avLst>
              <a:gd name="adj" fmla="val 1887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2743200"/>
            <a:ext cx="473659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guardduty get-detector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--detector-id $DETECTOR_ID ...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"DISABLED",        ← !!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"DataSources":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"Kubernetes":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"AuditLogs": { "Status":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"DISABLED" }            ← !!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37960" y="5166360"/>
            <a:ext cx="5010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finger-on-the-pulse moment.
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bugs visible in one command. The detector is dormant. Even if it weren't, EKS threats would be invisible.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Explicit Is Better Than Implicit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interesting bug in this lab — the one that looks like it's working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745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list-enabled-products-for-import, GuardDuty IS there: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651760"/>
            <a:ext cx="10698480" cy="1554480"/>
          </a:xfrm>
          <a:prstGeom prst="roundRect">
            <a:avLst>
              <a:gd name="adj" fmla="val 2941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7432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"ProductSubscriptions":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"arn:...:product-subscription/aws/access-analyzer",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"arn:...:product-subscription/aws/config",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"arn:...:product-subscription/aws/guardduty",         ← here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"arn:...:product-subscription/aws/inspector",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"arn:...:product-subscription/aws/macie",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4389120"/>
            <a:ext cx="5394960" cy="1874520"/>
          </a:xfrm>
          <a:prstGeom prst="roundRect">
            <a:avLst>
              <a:gd name="adj" fmla="val 2439"/>
            </a:avLst>
          </a:prstGeom>
          <a:solidFill>
            <a:srgbClr val="F4F7F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57200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engineer: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in the list, so it works. Next bug."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investigating.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4389120"/>
            <a:ext cx="5394960" cy="1874520"/>
          </a:xfrm>
          <a:prstGeom prst="roundRect">
            <a:avLst>
              <a:gd name="adj" fmla="val 2439"/>
            </a:avLst>
          </a:prstGeom>
          <a:solidFill>
            <a:srgbClr val="F4F7F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457200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engineer: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in the list — but is it in main.tf?"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Greps the code. Finds nothing. Realises the subscription exists only because of an AWS default — not because IaC declares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EventBridge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was catching nothing — and how to decode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AWS CLI output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(escaped JSON inside JSON — hideous)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5074920" cy="3474720"/>
          </a:xfrm>
          <a:prstGeom prst="roundRect">
            <a:avLst>
              <a:gd name="adj" fmla="val 1316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517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"EventPattern":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"{\"detail\":{\"findings\":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{\"Severity\":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{\"Label\":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[\"INFORMATIONAL\"]}}},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\"detail-type\":[\"Security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 Findings - Imported\"],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\"source\":[\"aws.securityhub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\"]}"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468112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5010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with --output text | jq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(readable — and the bug is obvious)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2560320"/>
            <a:ext cx="5010912" cy="3474720"/>
          </a:xfrm>
          <a:prstGeom prst="roundRect">
            <a:avLst>
              <a:gd name="adj" fmla="val 1316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651760"/>
            <a:ext cx="473659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["aws.securityhub"],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"detail-type":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"Security Hub Findings - Imported"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"findings":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"Severity":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"Label": ["INFORMATIONAL"]  ← WRONG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 Severity Labels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ladder — rule was filtering the wrong rung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31920" y="173736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7373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on-call immediately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09760" y="173736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60604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06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31920" y="260604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6060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email to security 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509760" y="260604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0" y="2606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47472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931920" y="347472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4747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 for review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0" y="347472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0B122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3474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434340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65A3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43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931920" y="434340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43434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only, weekly review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09760" y="434340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0B122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4343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521208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212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931920" y="521208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52120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Noise. Almost never actionable.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509760" y="521208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0B122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52120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bug: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filtered on </a:t>
            </a:r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INFORMATIONAL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only. </a:t>
            </a:r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</a:t>
            </a:r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["CRITICAL", "HIGH"]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#5 — The Copy-Paste Trap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SNS policy had the wrong service principal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policy said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5074920" cy="2103120"/>
          </a:xfrm>
          <a:prstGeom prst="roundRect">
            <a:avLst>
              <a:gd name="adj" fmla="val 2174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65176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"Allow",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"Principal":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"Service": "s3.amazonaws.com"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"sns:Publish",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 "arn:aws:sns:..."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75488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S3 to publish to this topic." But S3 isn't the publisher — EventBridge 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468112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99796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wrong principal?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2560320"/>
            <a:ext cx="5010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notifications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exactly this structure: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Same Effect
  • Same Action (sns:Publish)
  • Same Resource
  • Different Principal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writing an EventBridge→SNS policy copy-pastes from an S3 example and forgets to change one line.
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consequence: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denial of every publish.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Are the Dangerous 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weeks of no alerts felt normal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6235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don't see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269748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29" y="2769489"/>
            <a:ext cx="176022" cy="1760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in your shell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20040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29" y="3272409"/>
            <a:ext cx="176022" cy="1760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 in the logs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31520" y="370332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9" y="3775329"/>
            <a:ext cx="176022" cy="1760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entry in Security Hub UI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31520" y="420624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29" y="4278249"/>
            <a:ext cx="176022" cy="17602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to the team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31520" y="470916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29" y="4781169"/>
            <a:ext cx="176022" cy="17602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8872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on-call alert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731520" y="521208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529" y="5284089"/>
            <a:ext cx="176022" cy="17602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8872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 banner anywhere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263640" y="173736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1404" y="2089404"/>
            <a:ext cx="301752" cy="30175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2694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evidence was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6537960" y="2651760"/>
            <a:ext cx="5010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metric: 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FailedInvocations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  on the rule would be non-zero
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log: 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sns:Publish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calls with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errorCode: AuthorizationFailure
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dead-letter queue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configured)
    would contain the undelivered messages
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prod: 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on FailedInvocations &gt; 0 for critical rules. Otherwise the pipeline rots invisibly.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 Warnings — Fix, Defer, or Ignore?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judgment call that separates mid-level from senior engineers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065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 we hit on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
</a:t>
            </a:r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datasources is deprecated. Use aws_guardduty_detector_feature resources instead.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338328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18" y="352729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4206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immediately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" y="47091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40080" y="4937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changes, zero behavioural risk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" y="54406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5669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data.aws_region.current.name → .region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251960" y="31089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37860" y="33832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878" y="352729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51960" y="4206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ticket, defer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434840" y="47091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434840" y="4937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refactors, especially those touching state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434840" y="54406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434840" y="5669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datasources → aws_guardduty_detector_feature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046720" y="31089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532620" y="3383280"/>
            <a:ext cx="640080" cy="6400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638" y="3527298"/>
            <a:ext cx="352044" cy="3520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46720" y="4206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Ignore, accept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229600" y="47091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229600" y="4937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being removed soon, or known false positive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0" y="54406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229600" y="5669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Deprecation in a module being retired next sprint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all warnings: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sloppy. 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warning as urgent: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unproductive.  </a:t>
            </a:r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response: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CLI — One Call Per Stage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that diagnosed the whole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38528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A6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385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874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guardduty get-detector --detector-id $ID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22860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DISABLED, K8s audit: DISABLED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155680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081528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A6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815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securityhub list-enabled-products-for-import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4290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list (by AWS default), not in IaC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3154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224528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A6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245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events describe-rule --name &lt;rule&gt; | jq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45720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["INFORMATIONAL"] — wrong tier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155680" y="4297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367528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A6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3675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5303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get-topic-attributes --topic-arn $ARN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57150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Principal: s3.amazonaws.com — wrong service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155680" y="5440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61722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after fixes: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same four commands. If the output changed, the fix worked. Not "plan looks clean" — actual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 Script Can Lie Too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discovered when our own validate.sh failed on a known-good environment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6235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 failure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2651760"/>
            <a:ext cx="5074920" cy="2926080"/>
          </a:xfrm>
          <a:prstGeom prst="roundRect">
            <a:avLst>
              <a:gd name="adj" fmla="val 1563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74320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GuardDuty enabled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Security Hub subscribed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EventBridge CRITICAL/HIGH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SNS topic 'security-alerts'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exists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SNS topic policy allows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events.amazonaws.com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SNS topic policy does NOT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s3.amazonaws.com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566928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topic was security-hub-critical-alerts — validate.sh was grepping the wrong string.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0894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37960" y="2651760"/>
            <a:ext cx="5010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scripts are code too.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testing against:
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known-broken state
    (should fail every check)
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known-good state
    (should pass every check)
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(flagging bugs that aren't there) erode trust in tooling just as much as false negatives.
</a:t>
            </a:r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trusts a CI pipeline that cries wolf.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lab teaches vs what production actually looks like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6E6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7373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17373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048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40487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 (eu-west-2)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240487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regions, all accounts via AWS Orgs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7238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tiering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072384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+ HIGH → SNS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307238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pages, HIGH → Slack, MEDIUM → digest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3989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739896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create-sample-findings once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3739896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fire drills on a cron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07408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074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alarming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440740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configured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44074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on rule.FailedInvocations &gt; 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749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50749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only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50749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auto-isolates compromised resources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742432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7424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574243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aggregation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574243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 + AWS Foundational Best Practices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principles worth carrying into every future incident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20185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is not health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existing doesn't mean it's operational. Check state, not just presence.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645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8745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578" y="20185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&gt; implicit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2971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everything your IaC depends on. Defaults change without notice.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8745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38" y="201853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principals matter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2971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principal = silent denial. Memorise events, lambda, s3, sns, logs.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7947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40233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" y="41673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are dangerous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errors get fixed fast. Silent drops rot for weeks. Alarm on FailedInvocations.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51960" y="37947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40233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578" y="416737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then diagnose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8056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AWS before reading the config. The code might be lying. AWS is ground truth.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40233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338" y="4167378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observation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Post-fix, re-run the diagnostic commands. Prove symptoms are gone, not just plan is clean.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— Don't Skip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and Security Hub charge per event. Leaving them on is expensive.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45752" cy="2286000"/>
          </a:xfrm>
          <a:prstGeom prst="roundRect">
            <a:avLst>
              <a:gd name="adj" fmla="val 32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1945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938" y="23385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the AWS resources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468880" y="2743200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06040" y="28346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 -auto-approve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68880" y="3429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declared the GuardDuty subscription explicitly, destroy will properly tear down the full pipeline — including resources that AWS defaults would have left orphaned.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4389120"/>
            <a:ext cx="9445752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0" y="46634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938" y="480745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main.tf to the broken state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2468880" y="5212080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0B1220"/>
          </a:solidFill>
          <a:ln w="12700">
            <a:solidFill>
              <a:srgbClr val="0A6E6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06040" y="53035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main.tf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468880" y="5852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lab is repeatable — the broken state is what's always committed to the repo.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Resolved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team is hearing about critical findings again.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44211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Lab 083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•  Lab 082 complete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082 — Security Hub &amp; GuardDuty Misconfigured</dc:title>
  <dc:subject>PptxGenJS Presentation</dc:subject>
  <dc:creator>PptxGenJS</dc:creator>
  <cp:lastModifiedBy>PptxGenJS</cp:lastModifiedBy>
  <cp:revision>1</cp:revision>
  <dcterms:created xsi:type="dcterms:W3CDTF">2026-04-20T07:30:37Z</dcterms:created>
  <dcterms:modified xsi:type="dcterms:W3CDTF">2026-04-20T07:30:37Z</dcterms:modified>
</cp:coreProperties>
</file>