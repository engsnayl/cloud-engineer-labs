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66928"/>
            <a:ext cx="1737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66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LAB 074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6035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Terraform Conditional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Logic Bugs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Four bugs. Four fixes.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One rule: always read your ternary out loud.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685800"/>
            <a:ext cx="2331720" cy="233172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1033272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4224528"/>
            <a:ext cx="1993392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2245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count conditionals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23744" y="4224528"/>
            <a:ext cx="1993392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" name="Text 9"/>
          <p:cNvSpPr/>
          <p:nvPr/>
        </p:nvSpPr>
        <p:spPr>
          <a:xfrm>
            <a:off x="2523744" y="42245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for_each types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81728" y="4224528"/>
            <a:ext cx="1993392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" name="Text 11"/>
          <p:cNvSpPr/>
          <p:nvPr/>
        </p:nvSpPr>
        <p:spPr>
          <a:xfrm>
            <a:off x="4681728" y="42245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dynamic blocks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39712" y="4224528"/>
            <a:ext cx="1993392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3"/>
          <p:cNvSpPr/>
          <p:nvPr/>
        </p:nvSpPr>
        <p:spPr>
          <a:xfrm>
            <a:off x="6839712" y="42245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ternary logic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Plain-English TLDR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What's gone wrong?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33502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074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1 — Bastion in wrong environment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60704" y="15361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The bastion host should only exist in staging. It's being created in production because the condition is written backwards.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66544"/>
            <a:ext cx="84124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" y="22311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8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0704" y="21305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2 — for_each on a list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60704" y="24323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for_each only accepts a set or map — not a list. Terraform throws a hard type error at plan time. Fix: wrap with toset().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962656"/>
            <a:ext cx="84124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" y="3127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0704" y="3026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3 — Dynamic block using .key not .value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60704" y="33284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Firewall rules are created for ports 0, 1, 2 (list positions) instead of 80, 443, 8080 (the actual values). Wrong reference.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858768"/>
            <a:ext cx="84124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" y="4023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0704" y="3922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4 — CloudWatch alarm is inverted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60704" y="42245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The alarm is absent when monitoring is on, and created when it's off. The 1 and 0 in the ternary are swapped.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Understanding the Broken main.tf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Before you debug, you need to know what each block is trying to 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3075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533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2618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provider block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2336" y="1673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Declares AWS as the provider and sets the region (eu-west-2 = London). No bug here.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663440" y="1170432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91456" y="13075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3533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12618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variable declarations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91456" y="16733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environment = "production" and enable_monitoring = true are the defaults. No tfvars file — these defaults are what Terraform will use.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274320" y="2432304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02336" y="256946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2615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" y="252374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aws_instance (bastion)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02336" y="29352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Creates an SSH jump box. Uses count + a ternary to make it optional. BUG: condition is inverted — creates in production, not staging.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4663440" y="2432304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91456" y="256946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61518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76088" y="252374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aws_subnet (for_each)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791456" y="29352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Creates one subnet per CIDR in the list. BUG: for_each receives a list — it needs a set. Causes a hard error at plan time.</a:t>
            </a:r>
            <a:endParaRPr lang="en-US" sz="920" dirty="0"/>
          </a:p>
        </p:txBody>
      </p:sp>
      <p:sp>
        <p:nvSpPr>
          <p:cNvPr id="26" name="Shape 20"/>
          <p:cNvSpPr/>
          <p:nvPr/>
        </p:nvSpPr>
        <p:spPr>
          <a:xfrm>
            <a:off x="274320" y="3694176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02336" y="383133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87705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86968" y="378561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aws_security_group (dynamic block)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02336" y="4197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Creates ingress firewall rules dynamically from a list of ports. BUG: uses ingress.key (index) instead of ingress.value (port number).</a:t>
            </a:r>
            <a:endParaRPr lang="en-US" sz="920" dirty="0"/>
          </a:p>
        </p:txBody>
      </p:sp>
      <p:sp>
        <p:nvSpPr>
          <p:cNvPr id="31" name="Shape 24"/>
          <p:cNvSpPr/>
          <p:nvPr/>
        </p:nvSpPr>
        <p:spPr>
          <a:xfrm>
            <a:off x="4663440" y="3694176"/>
            <a:ext cx="4251960" cy="11155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91456" y="383133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87705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76088" y="378561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aws_cloudwatch_metric_alarm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791456" y="4197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Creates a CPU alarm when monitoring is enabled. BUG: ternary is inverted — alarm created when monitoring is OFF.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Lists, Sets, Tuples — Why for_each Refuses a 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This concept is brand new — here it is from first principles.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834640" cy="230428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8346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List  (Terraform calls it: tuple)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1426464"/>
            <a:ext cx="25786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["10.0.1.0/24", "10.0.2.0/24", "10.0.3.0/24"]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 by position. Item 0, item 1, item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remove item 0, everything shifts.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would think items changed and recreate them.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078992"/>
            <a:ext cx="2834640" cy="230428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78992"/>
            <a:ext cx="28346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426464"/>
            <a:ext cx="25786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toset(["10.0.1.0/24", "10.0.2.0/24", "10.0.3.0/24"])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position. Each item is its own identifier.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one — the others keep their identity.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for for_each. Stable state keys.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1344" y="1078992"/>
            <a:ext cx="2834640" cy="230428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78992"/>
            <a:ext cx="28346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078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426464"/>
            <a:ext cx="25786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web = "10.0.1.0/24", app = "10.0.2.0/24"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Key-value pairs. Named identifiers.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safe for for_each.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when items need distinct names.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5112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Why for_each refuses a list — the state stability problem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22192"/>
          <a:ext cx="8412480" cy="1170432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With a list (position-based)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With a set (value-based)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How Terraform names the resource in state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aws_subnet.app[0], [1], [2]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aws_subnet.app["10.0.1.0/24"]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You remove the first CIDR from the list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Everything renumbers — [0] is now old [1]. Terraform destroys and recreates.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The other two keep their names. Nothing changes.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Risk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Unintended destruction of real subnets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Safe. Stable.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You've Just Received the Ticket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12070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91440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22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INCIDENT-TF-008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Production deployment creating resources that should only exist in staging, and missing resources that should exist in production. Conditional logic in Terraform is wrong.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Your first three moves — before touching any code: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2834640" cy="24871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252374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61872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2336" y="2999232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See what files exist. Note: no terraform.tfvars here. That means variable values are hardcoded as defaults inside main.tf itself.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27832" y="2432304"/>
            <a:ext cx="2834640" cy="24871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55848" y="252374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3355848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5603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15384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main.tf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55848" y="2999232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Find the variable defaults at the top. Note: environment = "production" and enable_monitoring = true. These are your reference points for every conditional.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81344" y="2432304"/>
            <a:ext cx="2834640" cy="24871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09360" y="252374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0"/>
          <p:cNvSpPr/>
          <p:nvPr/>
        </p:nvSpPr>
        <p:spPr>
          <a:xfrm>
            <a:off x="630936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5603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68896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 &amp;&amp; terraform plan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2999232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Run a plan before reading code. The plan output will surface all four symptoms — wrong resources, missing resources, wrong ports, and a hard type error.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Reading the Plan Output — All 4 Bugs Visible Before Touching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plan does the diagnostic work for you. Here's what to look for: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6187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3075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13385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aws_instance.bastion[0] will be created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24128" y="1444752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environment = "production". A bastion appearing in a production plan is suspicious. The ticket says something is being created that should only exist in staging. This is your candidate.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65760" y="2029968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" y="221284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585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0848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group: from_port = 0, from_port = 1, from_port =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24128" y="2395728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Those aren't real application ports. Something is producing index positions instead of port numbers. Bug spotted from plan output alone — before reading a line of code.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365760" y="2980944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" y="3163824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2095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03580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Invalid for_each argument — "provided a value of type tuple"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024128" y="334670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Hard error. The plan can't complete. for_each received a list (Terraform calls it a tuple). The error message tells you exactly what's wrong.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" y="411480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16052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98678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CloudWatch alarm anywhere in the plan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24128" y="429768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</a:rPr>
              <a:t>enable_monitoring = true — so you'd expect an alarm. It's absent. Spot bugs by noticing what's missing, not just what's wrong.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Bug 1 — Bastion Host in Wrong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How do you connect the dots? The ticket doesn't name the bastion explicitly.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9144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33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Reasoning chain: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Plan shows bastion being created  →  environment = "production"  →  ticket says staging-only resources are appearing  →  bastion is the only EC2 instance in this config  →  that's the one.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Find it, read it, fix it: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069080" cy="107899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87168"/>
            <a:ext cx="40690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871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BROKEN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" y="2816352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var.environment == "production" ? 1 : 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" y="33101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Read aloud: "If production, create 1 bastion. Otherwise 0."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That's backwards — bastion is created IN production.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4069080" cy="107899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87168"/>
            <a:ext cx="4069080" cy="25603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4871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37176" y="2816352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var.environment == "staging" ? 1 : 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7176" y="33101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Read aloud: "If staging, create 1 bastion. Otherwise 0."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Correct — bastion only appears in staging.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Ternary anatomy: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8412480" cy="87782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078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07792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value_if_true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40782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value_if_false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074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Getting the 1 and 0 swapped, or the condition string wrong, inverts the entire logic silently.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Bug 2 — for_each on a List (and What toset() Actually Does)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The error message says "tuple" — that's Terraform's internal word for a list. Same thing. Don't let the terminology trip you up.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58521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91440" cy="5852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33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The "for_each" argument must be a map, or set of strings, and you have provided a value of type tuple.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4069080" cy="8046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92224"/>
            <a:ext cx="40690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922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BROKEN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210312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var.subnet_cidrs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var.subnet_cidrs is a list → error!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792224"/>
            <a:ext cx="4069080" cy="8046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92224"/>
            <a:ext cx="4069080" cy="25603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7922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37176" y="210312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toset(var.subnet_cidrs)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converts list → set. Works.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Why does this matter? — The state stability problem: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35808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List (by position)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Set via toset() (by value)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State key for first subnet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aws_subnet.app[0]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aws_subnet.app["10.0.1.0/24"]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Remove first CIDR from list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Everything renumbers. Terraform destroys &amp; recreates all subnets.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Other subnets keep their identity. Nothing changes.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each.key inside the block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0, 1, 2 — the position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"10.0.1.0/24" — the CIDR itself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each.value inside the block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Also 0, 1, 2 — same as key for lists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"10.0.1.0/24" — same as key for sets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Bug 3 — Dynamic Block Using .key Instead of .value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Spotted from the plan: ingress rules show from_port = 0, 1, 2. Those aren't real ports. The dynamic block is outputting list positions, not port numbers.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9144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70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What is a dynamic block?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Instead of writing three separate ingress { } blocks, a dynamic block loops over a list and generates them automatically. It's a for loop that writes HCL for you.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69080" cy="1463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92224"/>
            <a:ext cx="40690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922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BROKEN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" y="2103120"/>
            <a:ext cx="3822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"ingress"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[80, 443, 8080]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from_port = ingress.key  # → 0, 1,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to_port   = ingress.key  # → 0, 1,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792224"/>
            <a:ext cx="4069080" cy="1463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792224"/>
            <a:ext cx="4069080" cy="25603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7922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37176" y="2103120"/>
            <a:ext cx="3822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"ingress"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[80, 443, 8080]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from_port = ingress.value  # → 80, 443, 8080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to_port   = ingress.value  # → 80, 443, 8080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.key vs .value — the question to ask yourself: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75888"/>
          <a:ext cx="8412480" cy="1261872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743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it returns for [80, 443, 8080]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 when you want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ingress.key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0, 1, 2   (list index position)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The position in the list — rarely what you need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ingress.value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80, 443, 8080   (actual element)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The real value — almost always what you want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Bug 4 — CloudWatch Alarm Condition is Inverted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Spotted by noticing what's absent: enable_monitoring = true, but no alarm appears in the plan.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1133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What CloudWatch is: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13533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AWS CloudWatch monitors metrics. This alarm watches CPU utilisation — if it exceeds 80% for two consecutive 120-second periods, the alarm fires. It's created conditionally based on whether monitoring is switched on.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0690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4069080" cy="2560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37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BROKEN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204825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var.enable_monitoring ? 0 : 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monitoring ON → count 0 → no alarm created!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4069080" cy="7863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37360"/>
            <a:ext cx="4069080" cy="25603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737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37176" y="204825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var.enable_monitoring ? 1 : 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monitoring ON → count 1 → alarm created ✓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Ternary cheat sheet — count conditionals: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62656"/>
          <a:ext cx="8412480" cy="1261872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228600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flag = true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flag = false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var.flag ? 1 : 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1 → resource created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0 → resource skipped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✓ Correct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var.flag ? 0 :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0 → resource skipped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count = 1 → resource created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✗ Inverted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Always read the ternary out loud before accepting it. "If monitoring is enabled, count is 0" — that sentence alone tells you it's wrong.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 &amp; Confirm with a Clean 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All four fixes applied. Now verify the plan matches what you expect.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16128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070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1612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151790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Checks HCL syntax and types without contacting AWS. Fast. Catches the for_each type error before the full plan runs.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66544"/>
            <a:ext cx="8412480" cy="8229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" y="214884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945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148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24128" y="250545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dry-run against AWS. Shows every resource that would be created, changed, or destroyed. This is your confirmation step.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5760" y="3127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What a correct plan looks like: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5112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538728"/>
            <a:ext cx="128016" cy="128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" y="3483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 bastion host — environment is production, so the fixed condition (== "staging") produces count = 0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8587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886200"/>
            <a:ext cx="128016" cy="1280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" y="3831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Three subnets appear, identified by CIDR value, no type error from for_each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65760" y="42062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4233672"/>
            <a:ext cx="128016" cy="1280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" y="4178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Security group ingress rules show from_port = 80, from_port = 443, from_port = 8080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65760" y="45537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4581144"/>
            <a:ext cx="128016" cy="1280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6656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CloudWatch alarm appears — enable_monitoring = true and the fixed ternary now produces count = 1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493776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Cleanup: No terraform destroy needed — plan was never applied. Run:  git checkout main.tf  to restore the broken state for the next run.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vs Real Life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89611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9509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8595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.tfvars in this lab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2336" y="131673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In real projects you'd have dev.tfvars, staging.tfvars, prod.tfvars. Run terraform plan -var-file=staging.tfvars to test each. Here the defaults are hardcoded in main.tf for simplicity.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4663440" y="749808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89611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9509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8595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Bastions in production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91456" y="131673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Real production avoids bastions. AWS SSM Session Manager gives shell access with no open inbound ports. Bastions are a legacy pattern — fine for dev/staging, security risk in prod.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274320" y="2194560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02336" y="234086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23957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count vs for_each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02336" y="276148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count for optional single resources (count = condition ? 1 : 0). for_each when each resource has a distinct identity — subnets, IAM policies, DNS records. Stable state keys matter.</a:t>
            </a:r>
            <a:endParaRPr lang="en-US" sz="920" dirty="0"/>
          </a:p>
        </p:txBody>
      </p:sp>
      <p:sp>
        <p:nvSpPr>
          <p:cNvPr id="20" name="Shape 15"/>
          <p:cNvSpPr/>
          <p:nvPr/>
        </p:nvSpPr>
        <p:spPr>
          <a:xfrm>
            <a:off x="4663440" y="2194560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91456" y="234086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3957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 flags per environment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791456" y="276148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enable_monitoring is a standard pattern. In real setups it's false in dev.tfvars and true in prod.tfvars. Same code, different behaviour per environment.</a:t>
            </a:r>
            <a:endParaRPr lang="en-US" sz="920" dirty="0"/>
          </a:p>
        </p:txBody>
      </p:sp>
      <p:sp>
        <p:nvSpPr>
          <p:cNvPr id="25" name="Shape 19"/>
          <p:cNvSpPr/>
          <p:nvPr/>
        </p:nvSpPr>
        <p:spPr>
          <a:xfrm>
            <a:off x="274320" y="3639312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02336" y="378561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38404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Testing conditionals in CI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02336" y="420624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checkov and tflint can assert a plan produces expected resources. In CI/CD pipelines it's common to run terraform plan against multiple .tfvars files and check the output.</a:t>
            </a:r>
            <a:endParaRPr lang="en-US" sz="920" dirty="0"/>
          </a:p>
        </p:txBody>
      </p:sp>
      <p:sp>
        <p:nvSpPr>
          <p:cNvPr id="30" name="Shape 23"/>
          <p:cNvSpPr/>
          <p:nvPr/>
        </p:nvSpPr>
        <p:spPr>
          <a:xfrm>
            <a:off x="4663440" y="3639312"/>
            <a:ext cx="4251960" cy="129844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91456" y="378561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84048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3749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Module-level conditionals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791456" y="420624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The same count pattern works on entire modules: module "monitoring" { count = var.enable_monitoring ? 1 : 0 }. The whole module is conditionally included or excluded.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LAB 074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Concepts &amp; Common Mistakes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Key concepts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9768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243584"/>
            <a:ext cx="347472" cy="347472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8016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170432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Ternary: condition ? value_if_true : value_if_false. Read every one out loud. Swapping the 1 and 0 inverts the logic silently.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883664"/>
            <a:ext cx="429768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883664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" y="2011680"/>
            <a:ext cx="347472" cy="347472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0482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6112" y="1938528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for_each needs a set or map — never a list. Terraform calls a list a "tuple" in error messages. toset() is the fix.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651760"/>
            <a:ext cx="429768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651760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4"/>
          <p:cNvSpPr/>
          <p:nvPr/>
        </p:nvSpPr>
        <p:spPr>
          <a:xfrm>
            <a:off x="438912" y="2779776"/>
            <a:ext cx="347472" cy="347472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8163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" y="270662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 a dynamic block: .value gives the element (80, 443). .key gives the index (0, 1). For port numbers, always .value.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3419856"/>
            <a:ext cx="429768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419856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8"/>
          <p:cNvSpPr/>
          <p:nvPr/>
        </p:nvSpPr>
        <p:spPr>
          <a:xfrm>
            <a:off x="438912" y="3547872"/>
            <a:ext cx="347472" cy="347472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8444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3474720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terraform plan is your primary diagnostic tool. It surfaces wrong resources, missing resources, bad port numbers, and type errors before you touch code.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74320" y="4187952"/>
            <a:ext cx="429768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4187952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2"/>
          <p:cNvSpPr/>
          <p:nvPr/>
        </p:nvSpPr>
        <p:spPr>
          <a:xfrm>
            <a:off x="438912" y="4315968"/>
            <a:ext cx="347472" cy="347472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35254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96112" y="4242816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Spot bugs by noticing what's absent too — not just what's wrong. No alarm in the plan despite monitoring = true is a bug signal.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754880" y="7498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Common mistakes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754880" y="1115568"/>
            <a:ext cx="420624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754880" y="1115568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7"/>
          <p:cNvSpPr/>
          <p:nvPr/>
        </p:nvSpPr>
        <p:spPr>
          <a:xfrm>
            <a:off x="4919472" y="1243584"/>
            <a:ext cx="347472" cy="347472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128016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76672" y="1170432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Swapping 1 and 0 in ternaries. count = flag ? 0 : 1 looks right at a glance. It isn't. Read it out loud every time.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754880" y="1883664"/>
            <a:ext cx="420624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754880" y="1883664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1"/>
          <p:cNvSpPr/>
          <p:nvPr/>
        </p:nvSpPr>
        <p:spPr>
          <a:xfrm>
            <a:off x="4919472" y="2011680"/>
            <a:ext cx="347472" cy="347472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2048256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76672" y="193852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for_each on a list. The error message says "tuple" — that means list. Always check the type of the collection you're passing in.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754880" y="2651760"/>
            <a:ext cx="420624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754880" y="2651760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35"/>
          <p:cNvSpPr/>
          <p:nvPr/>
        </p:nvSpPr>
        <p:spPr>
          <a:xfrm>
            <a:off x="4919472" y="2779776"/>
            <a:ext cx="347472" cy="347472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2816352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376672" y="270662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Using .key for element values. For [80, 443, 8080], .key returns 0, 1, 2. You'll only catch this by reading the plan output carefully.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4754880" y="3419856"/>
            <a:ext cx="420624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754880" y="3419856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39"/>
          <p:cNvSpPr/>
          <p:nvPr/>
        </p:nvSpPr>
        <p:spPr>
          <a:xfrm>
            <a:off x="4919472" y="3547872"/>
            <a:ext cx="347472" cy="347472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3584448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376672" y="3474720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Assuming the ticket names the broken resource. It often doesn't. You have to connect the dots: plan output → variable values → ticket description.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4754880" y="4187952"/>
            <a:ext cx="4206240" cy="65836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4754880" y="4187952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Shape 43"/>
          <p:cNvSpPr/>
          <p:nvPr/>
        </p:nvSpPr>
        <p:spPr>
          <a:xfrm>
            <a:off x="4919472" y="4315968"/>
            <a:ext cx="347472" cy="347472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4352544"/>
            <a:ext cx="256032" cy="25603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376672" y="4242816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Skipping terraform plan before reading code. The plan surfaces most bugs faster than manual code review.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38912"/>
            <a:ext cx="192024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38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LAB 074 — COMPLETE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Four bugs.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Four fixes.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2304288"/>
            <a:ext cx="8412480" cy="5486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3774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Bastion condition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395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"production"  →  == "staging"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303580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54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for_each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054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var.subnet_cidrs  →  toset(var.subnet_cidrs)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8412480" cy="5486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69417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.key vs .value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712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ingress.key  →  ingress.value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8412480" cy="5486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435254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70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 ternary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0 : 1  →  ? 1 :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074 — Terraform Conditional Logic Bugs</dc:title>
  <dc:subject>PptxGenJS Presentation</dc:subject>
  <dc:creator>PptxGenJS</dc:creator>
  <cp:lastModifiedBy>PptxGenJS</cp:lastModifiedBy>
  <cp:revision>1</cp:revision>
  <dcterms:created xsi:type="dcterms:W3CDTF">2026-04-08T08:19:15Z</dcterms:created>
  <dcterms:modified xsi:type="dcterms:W3CDTF">2026-04-08T08:19:15Z</dcterms:modified>
</cp:coreProperties>
</file>