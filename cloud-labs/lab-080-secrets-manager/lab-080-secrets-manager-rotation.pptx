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4864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9AA7"/>
                </a:solidFill>
              </a:rPr>
              <a:t>LAB 080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65760" y="1005840"/>
            <a:ext cx="8412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</a:rPr>
              <a:t>Secrets Manager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</a:rPr>
              <a:t>Rotation Not Working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365760" y="2788920"/>
            <a:ext cx="1005840" cy="54864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7" name="Text 4"/>
          <p:cNvSpPr/>
          <p:nvPr/>
        </p:nvSpPr>
        <p:spPr>
          <a:xfrm>
            <a:off x="365760" y="2926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AWS Secrets Manager  ·  IAM  ·  Lambda  ·  Terraform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65760" y="34290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8F4F6"/>
                </a:solidFill>
              </a:rPr>
              <a:t>Security credentials that never rotate are credentials that never expire.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8F4F6"/>
                </a:solidFill>
              </a:rPr>
              <a:t>That's not a policy — it's a risk.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58000" y="4754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cloud-engineer-labs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Shape 1"/>
          <p:cNvSpPr/>
          <p:nvPr/>
        </p:nvSpPr>
        <p:spPr>
          <a:xfrm>
            <a:off x="347472" y="274320"/>
            <a:ext cx="640080" cy="640080"/>
          </a:xfrm>
          <a:prstGeom prst="ellipse">
            <a:avLst/>
          </a:prstGeom>
          <a:solidFill>
            <a:srgbClr val="0E9AA7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" y="32004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32004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Ticket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347472" y="1051560"/>
            <a:ext cx="8449056" cy="2194560"/>
          </a:xfrm>
          <a:prstGeom prst="rect">
            <a:avLst/>
          </a:prstGeom>
          <a:solidFill>
            <a:srgbClr val="12203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47472" y="1051560"/>
            <a:ext cx="8449056" cy="347472"/>
          </a:xfrm>
          <a:prstGeom prst="rect">
            <a:avLst/>
          </a:prstGeom>
          <a:solidFill>
            <a:srgbClr val="0A7A85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10789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Security Audit Finding — P2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315200" y="10972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OPEN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02920" y="1481328"/>
            <a:ext cx="8138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E8F4F6"/>
                </a:solidFill>
              </a:rPr>
              <a:t>The production/db-password secret in Secrets Manager has not rotated in 90 days. A rotation policy was reportedly configured but credentials remain stale. Rotation is either not enabled or not functioning. Investigate and fix.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47472" y="34015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AA7"/>
                </a:solidFill>
              </a:rPr>
              <a:t>What you're walking into: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47472" y="3749040"/>
            <a:ext cx="8449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A secret exists in AWS.  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You don't know what's in the Terraform. You don't know what's missing. You need to find out.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Shape 1"/>
          <p:cNvSpPr/>
          <p:nvPr/>
        </p:nvSpPr>
        <p:spPr>
          <a:xfrm>
            <a:off x="347472" y="274320"/>
            <a:ext cx="640080" cy="640080"/>
          </a:xfrm>
          <a:prstGeom prst="ellipse">
            <a:avLst/>
          </a:prstGeom>
          <a:solidFill>
            <a:srgbClr val="0E9AA7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" y="32004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32004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How Rotation Actually Works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347472" y="987552"/>
            <a:ext cx="8449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F4F6"/>
                </a:solidFill>
              </a:rPr>
              <a:t>Secrets Manager doesn't rotate passwords itself — it delegates to a Lambda function.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47472" y="1508760"/>
            <a:ext cx="2029968" cy="2286000"/>
          </a:xfrm>
          <a:prstGeom prst="rect">
            <a:avLst/>
          </a:prstGeom>
          <a:solidFill>
            <a:srgbClr val="12203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47472" y="1508760"/>
            <a:ext cx="2029968" cy="347472"/>
          </a:xfrm>
          <a:prstGeom prst="rect">
            <a:avLst/>
          </a:prstGeom>
          <a:solidFill>
            <a:srgbClr val="0A7A85"/>
          </a:solidFill>
          <a:ln/>
        </p:spPr>
      </p:sp>
      <p:sp>
        <p:nvSpPr>
          <p:cNvPr id="9" name="Text 6"/>
          <p:cNvSpPr/>
          <p:nvPr/>
        </p:nvSpPr>
        <p:spPr>
          <a:xfrm>
            <a:off x="438912" y="15361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38912" y="19385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AA7"/>
                </a:solidFill>
              </a:rPr>
              <a:t>createSecret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38912" y="237744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8F4F6"/>
                </a:solidFill>
              </a:rPr>
              <a:t>Generates a new password, stores it as a pending version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505456" y="1508760"/>
            <a:ext cx="2029968" cy="2286000"/>
          </a:xfrm>
          <a:prstGeom prst="rect">
            <a:avLst/>
          </a:prstGeom>
          <a:solidFill>
            <a:srgbClr val="12203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505456" y="1508760"/>
            <a:ext cx="2029968" cy="347472"/>
          </a:xfrm>
          <a:prstGeom prst="rect">
            <a:avLst/>
          </a:prstGeom>
          <a:solidFill>
            <a:srgbClr val="0A7A85"/>
          </a:solidFill>
          <a:ln/>
        </p:spPr>
      </p:sp>
      <p:sp>
        <p:nvSpPr>
          <p:cNvPr id="14" name="Text 11"/>
          <p:cNvSpPr/>
          <p:nvPr/>
        </p:nvSpPr>
        <p:spPr>
          <a:xfrm>
            <a:off x="2596896" y="15361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596896" y="19385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AA7"/>
                </a:solidFill>
              </a:rPr>
              <a:t>setSecret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596896" y="237744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8F4F6"/>
                </a:solidFill>
              </a:rPr>
              <a:t>Updates the actual database with the new password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663440" y="1508760"/>
            <a:ext cx="2029968" cy="2286000"/>
          </a:xfrm>
          <a:prstGeom prst="rect">
            <a:avLst/>
          </a:prstGeom>
          <a:solidFill>
            <a:srgbClr val="12203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663440" y="1508760"/>
            <a:ext cx="2029968" cy="347472"/>
          </a:xfrm>
          <a:prstGeom prst="rect">
            <a:avLst/>
          </a:prstGeom>
          <a:solidFill>
            <a:srgbClr val="0A7A85"/>
          </a:solidFill>
          <a:ln/>
        </p:spPr>
      </p:sp>
      <p:sp>
        <p:nvSpPr>
          <p:cNvPr id="19" name="Text 16"/>
          <p:cNvSpPr/>
          <p:nvPr/>
        </p:nvSpPr>
        <p:spPr>
          <a:xfrm>
            <a:off x="4754880" y="15361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3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754880" y="19385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AA7"/>
                </a:solidFill>
              </a:rPr>
              <a:t>testSecret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754880" y="237744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8F4F6"/>
                </a:solidFill>
              </a:rPr>
              <a:t>Verifies the new password actually works against the DB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821424" y="1508760"/>
            <a:ext cx="2029968" cy="2286000"/>
          </a:xfrm>
          <a:prstGeom prst="rect">
            <a:avLst/>
          </a:prstGeom>
          <a:solidFill>
            <a:srgbClr val="12203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821424" y="1508760"/>
            <a:ext cx="2029968" cy="347472"/>
          </a:xfrm>
          <a:prstGeom prst="rect">
            <a:avLst/>
          </a:prstGeom>
          <a:solidFill>
            <a:srgbClr val="0A7A85"/>
          </a:solidFill>
          <a:ln/>
        </p:spPr>
      </p:sp>
      <p:sp>
        <p:nvSpPr>
          <p:cNvPr id="24" name="Text 21"/>
          <p:cNvSpPr/>
          <p:nvPr/>
        </p:nvSpPr>
        <p:spPr>
          <a:xfrm>
            <a:off x="6912864" y="15361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4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912864" y="19385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AA7"/>
                </a:solidFill>
              </a:rPr>
              <a:t>finishSecret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912864" y="237744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8F4F6"/>
                </a:solidFill>
              </a:rPr>
              <a:t>Promotes new password to 'current', retires the old one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347472" y="3931920"/>
            <a:ext cx="8449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97706"/>
                </a:solidFill>
              </a:rPr>
              <a:t>If any step fails, rotation aborts and the old password stays. This is why broken rotation is silent.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2377440" y="2651760"/>
            <a:ext cx="128016" cy="0"/>
          </a:xfrm>
          <a:prstGeom prst="line">
            <a:avLst/>
          </a:prstGeom>
          <a:noFill/>
          <a:ln w="25400">
            <a:solidFill>
              <a:srgbClr val="0E9AA7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535424" y="2651760"/>
            <a:ext cx="128016" cy="0"/>
          </a:xfrm>
          <a:prstGeom prst="line">
            <a:avLst/>
          </a:prstGeom>
          <a:noFill/>
          <a:ln w="25400">
            <a:solidFill>
              <a:srgbClr val="0E9AA7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693408" y="2651760"/>
            <a:ext cx="128016" cy="0"/>
          </a:xfrm>
          <a:prstGeom prst="line">
            <a:avLst/>
          </a:prstGeom>
          <a:noFill/>
          <a:ln w="25400">
            <a:solidFill>
              <a:srgbClr val="0E9AA7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Shape 1"/>
          <p:cNvSpPr/>
          <p:nvPr/>
        </p:nvSpPr>
        <p:spPr>
          <a:xfrm>
            <a:off x="347472" y="274320"/>
            <a:ext cx="640080" cy="640080"/>
          </a:xfrm>
          <a:prstGeom prst="ellipse">
            <a:avLst/>
          </a:prstGeom>
          <a:solidFill>
            <a:srgbClr val="E53E3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" y="32004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32004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Four Missing Pieces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347472" y="1005840"/>
            <a:ext cx="8449056" cy="841248"/>
          </a:xfrm>
          <a:prstGeom prst="rect">
            <a:avLst/>
          </a:prstGeom>
          <a:solidFill>
            <a:srgbClr val="12203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47472" y="1005840"/>
            <a:ext cx="457200" cy="841248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8" name="Text 5"/>
          <p:cNvSpPr/>
          <p:nvPr/>
        </p:nvSpPr>
        <p:spPr>
          <a:xfrm>
            <a:off x="347472" y="1234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107899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 rotation resource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4400" y="138988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aws_secretsmanager_secret_rotation is missing — Secrets Manager has no schedule and no Lambda ARN to call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7472" y="1993392"/>
            <a:ext cx="8449056" cy="841248"/>
          </a:xfrm>
          <a:prstGeom prst="rect">
            <a:avLst/>
          </a:prstGeom>
          <a:solidFill>
            <a:srgbClr val="12203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7472" y="1993392"/>
            <a:ext cx="457200" cy="841248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3" name="Text 10"/>
          <p:cNvSpPr/>
          <p:nvPr/>
        </p:nvSpPr>
        <p:spPr>
          <a:xfrm>
            <a:off x="347472" y="22219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14400" y="206654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 Lambda function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14400" y="237744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The rotation function that performs the four steps doesn't exist in Terraform or AWS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47472" y="2980944"/>
            <a:ext cx="8449056" cy="841248"/>
          </a:xfrm>
          <a:prstGeom prst="rect">
            <a:avLst/>
          </a:prstGeom>
          <a:solidFill>
            <a:srgbClr val="12203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47472" y="2980944"/>
            <a:ext cx="457200" cy="841248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8" name="Text 15"/>
          <p:cNvSpPr/>
          <p:nvPr/>
        </p:nvSpPr>
        <p:spPr>
          <a:xfrm>
            <a:off x="347472" y="320954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14400" y="305409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 IAM permissions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14400" y="336499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Even if the Lambda existed, it has no rights to GetSecretValue, PutSecretValue, or UpdateSecretVersionStage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7472" y="3968496"/>
            <a:ext cx="8449056" cy="841248"/>
          </a:xfrm>
          <a:prstGeom prst="rect">
            <a:avLst/>
          </a:prstGeom>
          <a:solidFill>
            <a:srgbClr val="12203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47472" y="3968496"/>
            <a:ext cx="457200" cy="841248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23" name="Text 20"/>
          <p:cNvSpPr/>
          <p:nvPr/>
        </p:nvSpPr>
        <p:spPr>
          <a:xfrm>
            <a:off x="347472" y="419709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914400" y="4041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 invocation permission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914400" y="4352544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aws_lambda_permission is missing — Secrets Manager can't invoke the Lambda even if everything else is correct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Shape 1"/>
          <p:cNvSpPr/>
          <p:nvPr/>
        </p:nvSpPr>
        <p:spPr>
          <a:xfrm>
            <a:off x="347472" y="274320"/>
            <a:ext cx="640080" cy="640080"/>
          </a:xfrm>
          <a:prstGeom prst="ellipse">
            <a:avLst/>
          </a:prstGeom>
          <a:solidFill>
            <a:srgbClr val="0E9AA7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" y="32004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32004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Fix — Five Resources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347472" y="987552"/>
            <a:ext cx="8449056" cy="685800"/>
          </a:xfrm>
          <a:prstGeom prst="rect">
            <a:avLst/>
          </a:prstGeom>
          <a:solidFill>
            <a:srgbClr val="12203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47472" y="987552"/>
            <a:ext cx="109728" cy="6858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8" name="Text 5"/>
          <p:cNvSpPr/>
          <p:nvPr/>
        </p:nvSpPr>
        <p:spPr>
          <a:xfrm>
            <a:off x="566928" y="10424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A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aws_lambda_function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66928" y="13350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The rotation function. Handles all four rotation steps.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7472" y="1792224"/>
            <a:ext cx="8449056" cy="685800"/>
          </a:xfrm>
          <a:prstGeom prst="rect">
            <a:avLst/>
          </a:prstGeom>
          <a:solidFill>
            <a:srgbClr val="12203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7472" y="1792224"/>
            <a:ext cx="109728" cy="6858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2" name="Text 9"/>
          <p:cNvSpPr/>
          <p:nvPr/>
        </p:nvSpPr>
        <p:spPr>
          <a:xfrm>
            <a:off x="566928" y="1847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A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aws_iam_role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66928" y="21396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Trust policy — allows Lambda service to assume this role.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47472" y="2596896"/>
            <a:ext cx="8449056" cy="685800"/>
          </a:xfrm>
          <a:prstGeom prst="rect">
            <a:avLst/>
          </a:prstGeom>
          <a:solidFill>
            <a:srgbClr val="12203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47472" y="2596896"/>
            <a:ext cx="109728" cy="6858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6" name="Text 13"/>
          <p:cNvSpPr/>
          <p:nvPr/>
        </p:nvSpPr>
        <p:spPr>
          <a:xfrm>
            <a:off x="566928" y="2651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A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aws_iam_role_policy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66928" y="2944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Grants Lambda rights to read/write the secret and log to CloudWatch.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47472" y="3401568"/>
            <a:ext cx="8449056" cy="685800"/>
          </a:xfrm>
          <a:prstGeom prst="rect">
            <a:avLst/>
          </a:prstGeom>
          <a:solidFill>
            <a:srgbClr val="12203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47472" y="3401568"/>
            <a:ext cx="109728" cy="6858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20" name="Text 17"/>
          <p:cNvSpPr/>
          <p:nvPr/>
        </p:nvSpPr>
        <p:spPr>
          <a:xfrm>
            <a:off x="566928" y="34564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A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aws_lambda_permission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66928" y="3749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Resource policy — allows secretsmanager.amazonaws.com to invoke the Lambda.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47472" y="4206240"/>
            <a:ext cx="8449056" cy="685800"/>
          </a:xfrm>
          <a:prstGeom prst="rect">
            <a:avLst/>
          </a:prstGeom>
          <a:solidFill>
            <a:srgbClr val="12203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47472" y="4206240"/>
            <a:ext cx="109728" cy="6858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24" name="Text 21"/>
          <p:cNvSpPr/>
          <p:nvPr/>
        </p:nvSpPr>
        <p:spPr>
          <a:xfrm>
            <a:off x="566928" y="42611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A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aws_secretsmanager_secret_rotation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66928" y="45537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Wires the secret to the Lambda and sets the 30-day schedule.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Shape 1"/>
          <p:cNvSpPr/>
          <p:nvPr/>
        </p:nvSpPr>
        <p:spPr>
          <a:xfrm>
            <a:off x="347472" y="274320"/>
            <a:ext cx="640080" cy="640080"/>
          </a:xfrm>
          <a:prstGeom prst="ellipse">
            <a:avLst/>
          </a:prstGeom>
          <a:solidFill>
            <a:srgbClr val="0E9AA7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" y="32004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32004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Two Permission Systems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347472" y="987552"/>
            <a:ext cx="8449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F4F6"/>
                </a:solidFill>
              </a:rPr>
              <a:t>The most commonly forgotten piece — and the one that causes silent failures.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47472" y="1444752"/>
            <a:ext cx="4169664" cy="3291840"/>
          </a:xfrm>
          <a:prstGeom prst="rect">
            <a:avLst/>
          </a:prstGeom>
          <a:solidFill>
            <a:srgbClr val="12203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47472" y="1444752"/>
            <a:ext cx="4169664" cy="384048"/>
          </a:xfrm>
          <a:prstGeom prst="rect">
            <a:avLst/>
          </a:prstGeom>
          <a:solidFill>
            <a:srgbClr val="0A7A85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148132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IAM Role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19202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AA7"/>
                </a:solidFill>
              </a:rPr>
              <a:t>What the Lambda CAN DO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2240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6"/>
                </a:solidFill>
              </a:rPr>
              <a:t>GetSecretValue — read current password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26791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6"/>
                </a:solidFill>
              </a:rPr>
              <a:t>PutSecretValue — store new password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311810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6"/>
                </a:solidFill>
              </a:rPr>
              <a:t>UpdateSecretVersionStage — promote to current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355701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6"/>
                </a:solidFill>
              </a:rPr>
              <a:t>DescribeSecret — check rotation status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39959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6"/>
                </a:solidFill>
              </a:rPr>
              <a:t>CloudWatch Logs — write rotation events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645152" y="1444752"/>
            <a:ext cx="4169664" cy="3291840"/>
          </a:xfrm>
          <a:prstGeom prst="rect">
            <a:avLst/>
          </a:prstGeom>
          <a:solidFill>
            <a:srgbClr val="12203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645152" y="1444752"/>
            <a:ext cx="4169664" cy="384048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8" name="Text 15"/>
          <p:cNvSpPr/>
          <p:nvPr/>
        </p:nvSpPr>
        <p:spPr>
          <a:xfrm>
            <a:off x="4754880" y="148132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Lambda Permission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754880" y="19202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3E3E"/>
                </a:solidFill>
              </a:rPr>
              <a:t>WHO CAN CALL the Lambda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754880" y="2240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6"/>
                </a:solidFill>
              </a:rPr>
              <a:t>aws_lambda_permission resource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754880" y="26791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6"/>
                </a:solidFill>
              </a:rPr>
              <a:t>principal: secretsmanager.amazonaws.com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754880" y="311810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6"/>
                </a:solidFill>
              </a:rPr>
              <a:t>action: lambda:InvokeFunction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754880" y="355701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6"/>
                </a:solidFill>
              </a:rPr>
              <a:t>Without this: rotation trigger fires,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754880" y="39959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6"/>
                </a:solidFill>
              </a:rPr>
              <a:t>invocation is denied. Silent failure.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347472" y="4773168"/>
            <a:ext cx="8449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Analogy: The IAM role is the key the Lambda carries to open other rooms. The Lambda permission is the sign on your door saying 'Secrets Manager staff may enter.'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Shape 1"/>
          <p:cNvSpPr/>
          <p:nvPr/>
        </p:nvSpPr>
        <p:spPr>
          <a:xfrm>
            <a:off x="347472" y="274320"/>
            <a:ext cx="640080" cy="640080"/>
          </a:xfrm>
          <a:prstGeom prst="ellipse">
            <a:avLst/>
          </a:prstGeom>
          <a:solidFill>
            <a:srgbClr val="38A169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" y="32004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32004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Confirming the Fix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347472" y="987552"/>
            <a:ext cx="8449056" cy="1371600"/>
          </a:xfrm>
          <a:prstGeom prst="rect">
            <a:avLst/>
          </a:prstGeom>
          <a:solidFill>
            <a:srgbClr val="0A152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02920" y="1024128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0E9A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aws secretsmanager describe-secret \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0E9A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--secret-id production/db-password \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0E9A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--region eu-west-1 | grep -i rotation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47472" y="2468880"/>
            <a:ext cx="8449056" cy="1188720"/>
          </a:xfrm>
          <a:prstGeom prst="rect">
            <a:avLst/>
          </a:prstGeom>
          <a:solidFill>
            <a:srgbClr val="0A152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02920" y="2505456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8A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"RotationEnabled": true,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8A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"RotationLambdaARN": "arn:aws:lambda:eu-west-1:...:function:db-password-rotation",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8A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"NextRotationDate": "2026-05-18T00:59:59+01:00"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47472" y="3767328"/>
            <a:ext cx="8449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RotationEnabled: true + a NextRotationDate = the fix is confirmed.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47472" y="4187952"/>
            <a:ext cx="8449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i="1" dirty="0">
                <a:solidFill>
                  <a:srgbClr val="94A3B8"/>
                </a:solidFill>
              </a:rPr>
              <a:t>Note: rotate-secret may return 'A previous rotation isn't complete' — this is expected. rotate_immediately = true fires automatically on resource creation. With a placeholder Lambda, it won't complete. This is not an error in your fix.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Shape 1"/>
          <p:cNvSpPr/>
          <p:nvPr/>
        </p:nvSpPr>
        <p:spPr>
          <a:xfrm>
            <a:off x="347472" y="274320"/>
            <a:ext cx="640080" cy="640080"/>
          </a:xfrm>
          <a:prstGeom prst="ellipse">
            <a:avLst/>
          </a:prstGeom>
          <a:solidFill>
            <a:srgbClr val="0E9AA7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" y="32004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32004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Lab vs Real Life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347472" y="1005840"/>
            <a:ext cx="4169664" cy="347472"/>
          </a:xfrm>
          <a:prstGeom prst="rect">
            <a:avLst/>
          </a:prstGeom>
          <a:solidFill>
            <a:srgbClr val="0A7A85"/>
          </a:solidFill>
          <a:ln/>
        </p:spPr>
      </p:sp>
      <p:sp>
        <p:nvSpPr>
          <p:cNvPr id="7" name="Shape 4"/>
          <p:cNvSpPr/>
          <p:nvPr/>
        </p:nvSpPr>
        <p:spPr>
          <a:xfrm>
            <a:off x="4626864" y="1005840"/>
            <a:ext cx="4169664" cy="347472"/>
          </a:xfrm>
          <a:prstGeom prst="rect">
            <a:avLst/>
          </a:prstGeom>
          <a:solidFill>
            <a:srgbClr val="1A3A4A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0332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This Lab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736592" y="10332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AA7"/>
                </a:solidFill>
              </a:rPr>
              <a:t>Real Production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7472" y="1417320"/>
            <a:ext cx="4169664" cy="5943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1" name="Shape 8"/>
          <p:cNvSpPr/>
          <p:nvPr/>
        </p:nvSpPr>
        <p:spPr>
          <a:xfrm>
            <a:off x="4626864" y="1417320"/>
            <a:ext cx="4169664" cy="5943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15087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4F6"/>
                </a:solidFill>
              </a:rPr>
              <a:t>Placeholder rotation.zip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736592" y="15087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AWS-managed Lambda templates for RDS (MySQL, PostgreSQL)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47472" y="2093976"/>
            <a:ext cx="4169664" cy="594360"/>
          </a:xfrm>
          <a:prstGeom prst="rect">
            <a:avLst/>
          </a:prstGeom>
          <a:solidFill>
            <a:srgbClr val="122030"/>
          </a:solidFill>
          <a:ln/>
        </p:spPr>
      </p:sp>
      <p:sp>
        <p:nvSpPr>
          <p:cNvPr id="15" name="Shape 12"/>
          <p:cNvSpPr/>
          <p:nvPr/>
        </p:nvSpPr>
        <p:spPr>
          <a:xfrm>
            <a:off x="4626864" y="2093976"/>
            <a:ext cx="4169664" cy="594360"/>
          </a:xfrm>
          <a:prstGeom prst="rect">
            <a:avLst/>
          </a:prstGeom>
          <a:solidFill>
            <a:srgbClr val="122030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218541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4F6"/>
                </a:solidFill>
              </a:rPr>
              <a:t>No VPC — fault is upstream of networking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736592" y="218541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Lambda needs vpc_config: subnets + security groups to reach DB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47472" y="2770632"/>
            <a:ext cx="4169664" cy="5943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9" name="Shape 16"/>
          <p:cNvSpPr/>
          <p:nvPr/>
        </p:nvSpPr>
        <p:spPr>
          <a:xfrm>
            <a:off x="4626864" y="2770632"/>
            <a:ext cx="4169664" cy="5943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0" name="Text 17"/>
          <p:cNvSpPr/>
          <p:nvPr/>
        </p:nvSpPr>
        <p:spPr>
          <a:xfrm>
            <a:off x="457200" y="286207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4F6"/>
                </a:solidFill>
              </a:rPr>
              <a:t>Single-user rotation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736592" y="286207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Alternating-users strategy for zero-downtime rotation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47472" y="3447288"/>
            <a:ext cx="4169664" cy="594360"/>
          </a:xfrm>
          <a:prstGeom prst="rect">
            <a:avLst/>
          </a:prstGeom>
          <a:solidFill>
            <a:srgbClr val="122030"/>
          </a:solidFill>
          <a:ln/>
        </p:spPr>
      </p:sp>
      <p:sp>
        <p:nvSpPr>
          <p:cNvPr id="23" name="Shape 20"/>
          <p:cNvSpPr/>
          <p:nvPr/>
        </p:nvSpPr>
        <p:spPr>
          <a:xfrm>
            <a:off x="4626864" y="3447288"/>
            <a:ext cx="4169664" cy="594360"/>
          </a:xfrm>
          <a:prstGeom prst="rect">
            <a:avLst/>
          </a:prstGeom>
          <a:solidFill>
            <a:srgbClr val="122030"/>
          </a:solidFill>
          <a:ln/>
        </p:spPr>
      </p:sp>
      <p:sp>
        <p:nvSpPr>
          <p:cNvPr id="24" name="Text 21"/>
          <p:cNvSpPr/>
          <p:nvPr/>
        </p:nvSpPr>
        <p:spPr>
          <a:xfrm>
            <a:off x="457200" y="353872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4F6"/>
                </a:solidFill>
              </a:rPr>
              <a:t>No rotation monitoring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736592" y="353872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CloudWatch alarms on CloudTrail Secrets Manager events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47472" y="4123944"/>
            <a:ext cx="4169664" cy="5943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7" name="Shape 24"/>
          <p:cNvSpPr/>
          <p:nvPr/>
        </p:nvSpPr>
        <p:spPr>
          <a:xfrm>
            <a:off x="4626864" y="4123944"/>
            <a:ext cx="4169664" cy="5943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8" name="Text 25"/>
          <p:cNvSpPr/>
          <p:nvPr/>
        </p:nvSpPr>
        <p:spPr>
          <a:xfrm>
            <a:off x="457200" y="421538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4F6"/>
                </a:solidFill>
              </a:rPr>
              <a:t>secret_string in Terraform state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736592" y="421538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ignore_changes = [secret_string] after initial creation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Shape 1"/>
          <p:cNvSpPr/>
          <p:nvPr/>
        </p:nvSpPr>
        <p:spPr>
          <a:xfrm>
            <a:off x="347472" y="274320"/>
            <a:ext cx="640080" cy="640080"/>
          </a:xfrm>
          <a:prstGeom prst="ellipse">
            <a:avLst/>
          </a:prstGeom>
          <a:solidFill>
            <a:srgbClr val="0E9AA7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" y="32004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32004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Key Takeaways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347472" y="1024128"/>
            <a:ext cx="8449056" cy="804672"/>
          </a:xfrm>
          <a:prstGeom prst="rect">
            <a:avLst/>
          </a:prstGeom>
          <a:solidFill>
            <a:srgbClr val="12203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84048" y="1152144"/>
            <a:ext cx="530352" cy="530352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1197864"/>
            <a:ext cx="438912" cy="4389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560" y="109728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Secrets Manager delegates to Lambda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051560" y="1408176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SM triggers on schedule — a Lambda function performs the actual four rotation steps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47472" y="1975104"/>
            <a:ext cx="8449056" cy="804672"/>
          </a:xfrm>
          <a:prstGeom prst="rect">
            <a:avLst/>
          </a:prstGeom>
          <a:solidFill>
            <a:srgbClr val="12203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84048" y="2103120"/>
            <a:ext cx="530352" cy="530352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2148840"/>
            <a:ext cx="438912" cy="4389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51560" y="204825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Two permission systems, both required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051560" y="2359152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IAM role controls what Lambda does. Lambda permission controls who can invoke it. Miss either one and rotation silently fails.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347472" y="2926080"/>
            <a:ext cx="8449056" cy="804672"/>
          </a:xfrm>
          <a:prstGeom prst="rect">
            <a:avLst/>
          </a:prstGeom>
          <a:solidFill>
            <a:srgbClr val="12203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384048" y="3054096"/>
            <a:ext cx="530352" cy="530352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3099816"/>
            <a:ext cx="438912" cy="43891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51560" y="29992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Five resources to wire rotation up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1051560" y="3310128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Secret, rotation config, Lambda function, IAM role + policy, Lambda permission. All five must exist.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347472" y="3877056"/>
            <a:ext cx="8449056" cy="804672"/>
          </a:xfrm>
          <a:prstGeom prst="rect">
            <a:avLst/>
          </a:prstGeom>
          <a:solidFill>
            <a:srgbClr val="12203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384048" y="4005072"/>
            <a:ext cx="530352" cy="530352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" y="4050792"/>
            <a:ext cx="438912" cy="43891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51560" y="395020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Always test manually after apply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1051560" y="4261104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Don't wait 30 days. Run rotate-secret immediately after applying to confirm the function is reachable and working.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080 — Secrets Manager Rotation</dc:title>
  <dc:subject>PptxGenJS Presentation</dc:subject>
  <dc:creator>Stephen Naylor</dc:creator>
  <cp:lastModifiedBy>Stephen Naylor</cp:lastModifiedBy>
  <cp:revision>1</cp:revision>
  <dcterms:created xsi:type="dcterms:W3CDTF">2026-04-17T20:17:45Z</dcterms:created>
  <dcterms:modified xsi:type="dcterms:W3CDTF">2026-04-17T20:17:45Z</dcterms:modified>
</cp:coreProperties>
</file>