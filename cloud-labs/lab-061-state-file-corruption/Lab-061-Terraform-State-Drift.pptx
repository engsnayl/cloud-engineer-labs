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C8A96"/>
          </a:solidFill>
          <a:ln w="12700">
            <a:solidFill>
              <a:srgbClr val="0C8A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Mismatch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1097280" cy="10972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153619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changes AWS behind Terraform's back — and how to fix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2560320" cy="114300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26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5720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Scenarios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2880360"/>
            <a:ext cx="2560320" cy="114300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2926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29184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Script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880360"/>
            <a:ext cx="2560320" cy="114300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926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12648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Console Steps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|  Terraform / State  |  Advanced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Three Sources of Truth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34747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132588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618" y="14013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exist.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143000"/>
            <a:ext cx="2651760" cy="34747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1980" y="132588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18" y="140131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20440" y="2697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Terraform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exists.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after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1143000"/>
            <a:ext cx="2651760" cy="34747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83780" y="132588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18" y="1401318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Reality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093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Infrastructure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92240" y="2697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 AWS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035808" y="2880360"/>
            <a:ext cx="27432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07608" y="2880360"/>
            <a:ext cx="27432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three match — no drift.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diverge — terraform plan will tell you.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State Drift?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94360" cy="5943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914" y="1277874"/>
            <a:ext cx="416052" cy="416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34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happens when AWS reality moves without Terraform knowing.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1847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runs — Terraform creates resources and writes the state file.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51460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2532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logs into the AWS console and changes things manually — tags, config, deletes a resource.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32186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state file still reflects the original apply. It has no idea what just happened.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886200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0120" y="39044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compares config + state + real AWS. It finds differences. That gap is drift.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2203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terraform plan tells you what drifted — not whether it was intentional. That always requires human context.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TOOL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terraform plan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" y="12641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384048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23317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resource doesn't exist yet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761488"/>
            <a:ext cx="384048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27797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1560" y="2807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— resource will be removed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236976"/>
            <a:ext cx="384048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3255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51560" y="32826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in-place — attributes will change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712464"/>
            <a:ext cx="384048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-/+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51560" y="37581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+ recreate — can't update in-place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 direction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0" y="2240280"/>
            <a:ext cx="4206240" cy="10058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0916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"Environment" = "production" -&gt; "staging"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0916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arrow = current AWS reality
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arrow = what your config says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0" y="3337560"/>
            <a:ext cx="420624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09160" y="340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example: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0916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has </a:t>
            </a:r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says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wants to change it to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is wrong.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needs updating.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SCENARIOS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Drift in This 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11556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Drift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changed in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staging/ops → production/engineering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6576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Update config to match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correct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8412480" cy="111556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 + AWS Constraint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enabled in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still says Disabled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514600"/>
            <a:ext cx="36576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606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 config to Enabled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won't let you disable it)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111556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Resource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deleted in console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still tracks it in 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36576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Let Terraform recreate it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next apply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rm — Clearing Stale Memory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" y="1264158"/>
            <a:ext cx="352044" cy="352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874520"/>
            <a:ext cx="8412480" cy="65836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rm aws_security_group.app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71800" y="2889504"/>
            <a:ext cx="27432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26974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CLI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172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71800" y="3364992"/>
            <a:ext cx="27432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31729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Sub-command for directly manipulating the state file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3648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71800" y="3840480"/>
            <a:ext cx="27432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36484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resource record from the state 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41239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aws_security_group.app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971800" y="4315968"/>
            <a:ext cx="27432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0" y="41239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address — type.name, matching main.tf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2203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rm does NOT delete anything in AWS. It only removes Terraform's tracking record of the resource.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Terraform Creates — What They 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84124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97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live record of every resource it manages. Written after every apply or destroy. Contains real AWS resource IDs, attributes, and metadata.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197864"/>
            <a:ext cx="36576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to git. Never share. Add to .gitignore.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84124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30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terraform.tfstate.backup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 of the previous state, written before every operation that modifies state. Your recovery point if something goes wrong mid-apply.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130552"/>
            <a:ext cx="36576" cy="731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258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excluded from git. Safe to delete after a clean lab run.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08376"/>
            <a:ext cx="8412480" cy="84124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D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5584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created by terraform init. Contains downloaded provider plugins (AWS provider, random provider, etc.) and internal Terraform metadata.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3063240"/>
            <a:ext cx="36576" cy="731520"/>
          </a:xfrm>
          <a:prstGeom prst="rect">
            <a:avLst/>
          </a:prstGeom>
          <a:solidFill>
            <a:srgbClr val="C8D6DF"/>
          </a:solidFill>
          <a:ln w="12700">
            <a:solidFill>
              <a:srgbClr val="C8D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1912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delete — always regenerated by terraform init.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41064"/>
            <a:ext cx="8412480" cy="841248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995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.terraform.lock.hcl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8853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file recording exact provider versions selected during init. Ensures everyone on the team uses identical provider versions. Like package-lock.json.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3995928"/>
            <a:ext cx="36576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1239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git in real projects. Delete for a clean lab reset.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Resetting the Lab — What Each Command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35024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7" y="14008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978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527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resources Terraform manages from AWS. Always run this at the end of a lab — AWS charges for running resources.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075688"/>
            <a:ext cx="8412480" cy="8229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26771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7" y="233354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130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terraform.tfstate terraform.tfstate.backup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97280" y="24597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state file and its backup. Without this, the next run thinks resources already exist and starts with drift.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008376"/>
            <a:ext cx="8412480" cy="8229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" y="320040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7" y="3266237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.terraform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97280" y="33924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downloaded provider plugins. Forces a clean terraform init next time, downloading the latest provider versions.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3941064"/>
            <a:ext cx="8412480" cy="8229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4133088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7" y="4198925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995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.terraform.lock.hcl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97280" y="43251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version lock file. Allows the next init to resolve provider versions fresh.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in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16459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1437437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898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9385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state is stored in S3 + DynamoDB or Terraform Cloud — never a local file. Versioned, backed up, centrally accessible.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931920" cy="16459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37160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157" y="1437437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3898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46320" y="19385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provides a lock that prevents two engineers running terraform apply simultaneously. Without it, concurrent runs corrupt the state.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063240"/>
            <a:ext cx="3931920" cy="16459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24612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3311957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2644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3813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run terraform plan on a schedule and alert when drift is detected. You don't wait to discover it manually.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3931920" cy="16459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24612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157" y="3311957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2644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46320" y="3813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contain sensitive resource metadata and cause merge conflicts. Always .gitignore them and use a remote backend.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 — Lab 061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420624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1216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providers, set up backend — always first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420624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config + state + AWS, show proposed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8412480" cy="420624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2167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plan — make real changes in AWS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420624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642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managed resources from AWS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8412480" cy="420624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18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3118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resources currently tracked in state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420624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93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&lt;address&gt;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593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 details of a specific resource in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420624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rm &lt;address&gt;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stale record from state without touching AWS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517136"/>
            <a:ext cx="8412480" cy="420624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44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-refresh-only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 to match current AWS reality — no infra changes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8A96"/>
          </a:solidFill>
          <a:ln w="12700">
            <a:solidFill>
              <a:srgbClr val="0C8A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061 — What You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1" y="1195121"/>
            <a:ext cx="243230" cy="243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6128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tracks infrastructure through three things: config, state file, and AWS reality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618488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1" y="1670609"/>
            <a:ext cx="243230" cy="243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63677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 occurs when AWS is changed outside Terraform — console, CLI, or another tool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" y="2093976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1" y="2146097"/>
            <a:ext cx="243230" cy="243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11226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is your diagnostic tool — it shows what drifted and what direction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65760" y="2569464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1" y="2621585"/>
            <a:ext cx="243230" cy="2432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25877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 direction matters: left is current reality, right is where config wants to go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65760" y="3044952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1" y="3097073"/>
            <a:ext cx="243230" cy="2432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06324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drift is intentional (update the config) — some is a mistake (let Terraform revert or recreate)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65760" y="3520440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1" y="3572561"/>
            <a:ext cx="243230" cy="2432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68680" y="353872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rm clears stale state records — it never touches AWS resources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365760" y="3995928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881" y="4048049"/>
            <a:ext cx="243230" cy="24323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8680" y="401421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 contain sensitive data and must never be committed to git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365760" y="4471416"/>
            <a:ext cx="347472" cy="34747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81" y="4523537"/>
            <a:ext cx="243230" cy="24323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68680" y="448970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state lives remotely with locking to prevent concurrent corruption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061 — Terraform State Drift</dc:title>
  <dc:subject>PptxGenJS Presentation</dc:subject>
  <dc:creator>PptxGenJS</dc:creator>
  <cp:lastModifiedBy>PptxGenJS</cp:lastModifiedBy>
  <cp:revision>1</cp:revision>
  <dcterms:created xsi:type="dcterms:W3CDTF">2026-03-13T09:12:14Z</dcterms:created>
  <dcterms:modified xsi:type="dcterms:W3CDTF">2026-03-13T09:12:14Z</dcterms:modified>
</cp:coreProperties>
</file>