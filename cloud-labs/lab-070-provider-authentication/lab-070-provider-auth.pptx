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broken Terraform provider configuration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20040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·  AWS Providers  ·  Multi-Region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broken and why it matters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22333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02920" cy="10058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18872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AWS Region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150876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eu-west-99 doesn't exist. Terraform validates the region during init — it can't construct API endpoints for a region that isn't real.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331720"/>
            <a:ext cx="8412480" cy="1005840"/>
          </a:xfrm>
          <a:prstGeom prst="rect">
            <a:avLst/>
          </a:prstGeom>
          <a:solidFill>
            <a:srgbClr val="122333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606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060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42316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Provider, No Alias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508760" y="2743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aws provider blocks with no alias. Terraform can't tell them apart and throws a duplicate provider error. All providers of the same type beyond the first must have an alias.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566160"/>
            <a:ext cx="8412480" cy="1005840"/>
          </a:xfrm>
          <a:prstGeom prst="rect">
            <a:avLst/>
          </a:prstGeom>
          <a:solidFill>
            <a:srgbClr val="122333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3840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404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6576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References Missing Alias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508760" y="39776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backup S3 bucket references provider = aws.backup_region, but no provider block had that alias defined. The name must match exactly.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provider aliases 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1A0A0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"aws"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"eu-west-99"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"aws"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"us-east-1"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alias!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"backup"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 = aws.backup_region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alias doesn't exist!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0A1A0F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"aws"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"eu-west-2"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"aws"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alias  = "backup_region"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"us-east-1"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"backup"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 = aws.backup_region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alias matches!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F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2606040"/>
            <a:ext cx="320040" cy="182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COMMANDS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investigate — not just what to fix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0D1F30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1521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87552" y="14813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your first move. Validates provider config — invalid regions and duplicate blocks fail here, not at plan time.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011680"/>
            <a:ext cx="8412480" cy="804672"/>
          </a:xfrm>
          <a:prstGeom prst="rect">
            <a:avLst/>
          </a:prstGeom>
          <a:solidFill>
            <a:srgbClr val="0D1F30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20665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describe-regions --query "Regions[].RegionName" --output table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87552" y="23957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region actually exists. Catches typos like eu-west-99 immediately.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0D1F30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0896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29809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-n "provider = aws\." main.tf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987552" y="33101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resource that references a provider alias. Cross-check these against the alias blocks that actually exist.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3840480"/>
            <a:ext cx="8412480" cy="804672"/>
          </a:xfrm>
          <a:prstGeom prst="rect">
            <a:avLst/>
          </a:prstGeom>
          <a:solidFill>
            <a:srgbClr val="0D1F30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2336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552" y="38953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987552" y="42245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fixing — confirms syntax and internal consistency before hitting AWS. No credentials needed.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forward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6217920" cy="694944"/>
          </a:xfrm>
          <a:prstGeom prst="rect">
            <a:avLst/>
          </a:prstGeom>
          <a:solidFill>
            <a:srgbClr val="0D1F30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27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0700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region names are fixed strings — eu-west-2, not eu-west-99. Use describe-regions to verify.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956816"/>
            <a:ext cx="6217920" cy="694944"/>
          </a:xfrm>
          <a:prstGeom prst="rect">
            <a:avLst/>
          </a:prstGeom>
          <a:solidFill>
            <a:srgbClr val="0D1F30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397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04825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providers of the same type need aliases. Without them, Terraform sees a duplicate and refuses to continue.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798064"/>
            <a:ext cx="6217920" cy="694944"/>
          </a:xfrm>
          <a:prstGeom prst="rect">
            <a:avLst/>
          </a:prstGeom>
          <a:solidFill>
            <a:srgbClr val="0D1F30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3522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889504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= aws.&lt;alias&gt; in a resource must match an alias = "&lt;alias&gt;" in a provider block. Exact, case-sensitive match.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65760" y="3639312"/>
            <a:ext cx="6217920" cy="694944"/>
          </a:xfrm>
          <a:prstGeom prst="rect">
            <a:avLst/>
          </a:prstGeom>
          <a:solidFill>
            <a:srgbClr val="0D1F30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7647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730752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never in the provider block. They come from the environment — env vars, shared credentials file, or IAM role.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903720" y="1115568"/>
            <a:ext cx="1874520" cy="3364992"/>
          </a:xfrm>
          <a:prstGeom prst="rect">
            <a:avLst/>
          </a:prstGeom>
          <a:solidFill>
            <a:srgbClr val="091520"/>
          </a:solidFill>
          <a:ln w="12700">
            <a:solidFill>
              <a:srgbClr val="14A5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23444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16642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4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949440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your fixes and restore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starting state: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967728" y="2514600"/>
            <a:ext cx="1737360" cy="411480"/>
          </a:xfrm>
          <a:prstGeom prst="rect">
            <a:avLst/>
          </a:prstGeom>
          <a:solidFill>
            <a:srgbClr val="16203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995160" y="25603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-- main.tf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949440" y="29992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terraform 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errors are back.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65760" y="4828032"/>
            <a:ext cx="8412480" cy="182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6576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070 — Provider Authentication  ·  cloud-engineer-labs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070 — Provider Authentication</dc:title>
  <dc:subject>PptxGenJS Presentation</dc:subject>
  <dc:creator>PptxGenJS</dc:creator>
  <cp:lastModifiedBy>PptxGenJS</cp:lastModifiedBy>
  <cp:revision>1</cp:revision>
  <dcterms:created xsi:type="dcterms:W3CDTF">2026-04-08T07:16:12Z</dcterms:created>
  <dcterms:modified xsi:type="dcterms:W3CDTF">2026-04-08T07:16:12Z</dcterms:modified>
</cp:coreProperties>
</file>